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Barlow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90">
          <p15:clr>
            <a:srgbClr val="A4A3A4"/>
          </p15:clr>
        </p15:guide>
        <p15:guide id="2" orient="horz" pos="166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jSRR3h21COIWKLWbcmg+8mPn1v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90" orient="horz"/>
        <p:guide pos="1661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Barlow-boldItalic.fntdata"/><Relationship Id="rId10" Type="http://schemas.openxmlformats.org/officeDocument/2006/relationships/font" Target="fonts/Barlow-italic.fntdata"/><Relationship Id="rId12" Type="http://customschemas.google.com/relationships/presentationmetadata" Target="metadata"/><Relationship Id="rId9" Type="http://schemas.openxmlformats.org/officeDocument/2006/relationships/font" Target="fonts/Barlow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Barl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7" name="Google Shape;5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2" name="Google Shape;5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1.jpg"/><Relationship Id="rId6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- COUVERTURE" showMasterSp="0">
  <p:cSld name="1 - COUVERTURE">
    <p:bg>
      <p:bgPr>
        <a:solidFill>
          <a:srgbClr val="005374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9" name="Google Shape;29;p10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 b="12044" l="17569" r="528" t="37279"/>
          <a:stretch/>
        </p:blipFill>
        <p:spPr>
          <a:xfrm>
            <a:off x="0" y="2045110"/>
            <a:ext cx="12192000" cy="278012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0"/>
          <p:cNvSpPr/>
          <p:nvPr/>
        </p:nvSpPr>
        <p:spPr>
          <a:xfrm>
            <a:off x="1054234" y="678417"/>
            <a:ext cx="2919916" cy="1024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9082" y="2852839"/>
            <a:ext cx="1434791" cy="2886089"/>
          </a:xfrm>
          <a:prstGeom prst="roundRect">
            <a:avLst>
              <a:gd fmla="val 21454" name="adj"/>
            </a:avLst>
          </a:prstGeom>
          <a:noFill/>
          <a:ln>
            <a:noFill/>
          </a:ln>
        </p:spPr>
      </p:pic>
      <p:pic>
        <p:nvPicPr>
          <p:cNvPr id="33" name="Google Shape;3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6942" y="2852839"/>
            <a:ext cx="1434791" cy="2886089"/>
          </a:xfrm>
          <a:prstGeom prst="roundRect">
            <a:avLst>
              <a:gd fmla="val 21454" name="adj"/>
            </a:avLst>
          </a:prstGeom>
          <a:noFill/>
          <a:ln>
            <a:noFill/>
          </a:ln>
        </p:spPr>
      </p:pic>
      <p:pic>
        <p:nvPicPr>
          <p:cNvPr id="34" name="Google Shape;3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3012" y="2852839"/>
            <a:ext cx="1434791" cy="2886089"/>
          </a:xfrm>
          <a:prstGeom prst="roundRect">
            <a:avLst>
              <a:gd fmla="val 22782" name="adj"/>
            </a:avLst>
          </a:prstGeom>
          <a:noFill/>
          <a:ln>
            <a:noFill/>
          </a:ln>
        </p:spPr>
      </p:pic>
      <p:pic>
        <p:nvPicPr>
          <p:cNvPr id="35" name="Google Shape;35;p10"/>
          <p:cNvPicPr preferRelativeResize="0"/>
          <p:nvPr/>
        </p:nvPicPr>
        <p:blipFill rotWithShape="1">
          <a:blip r:embed="rId6">
            <a:alphaModFix/>
          </a:blip>
          <a:srcRect b="0" l="0" r="67111" t="21787"/>
          <a:stretch/>
        </p:blipFill>
        <p:spPr>
          <a:xfrm>
            <a:off x="9735552" y="0"/>
            <a:ext cx="2456448" cy="145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0"/>
          <p:cNvPicPr preferRelativeResize="0"/>
          <p:nvPr/>
        </p:nvPicPr>
        <p:blipFill rotWithShape="1">
          <a:blip r:embed="rId6">
            <a:alphaModFix/>
          </a:blip>
          <a:srcRect b="0" l="19652" r="0" t="0"/>
          <a:stretch/>
        </p:blipFill>
        <p:spPr>
          <a:xfrm>
            <a:off x="0" y="5167876"/>
            <a:ext cx="2540000" cy="78746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0"/>
          <p:cNvSpPr txBox="1"/>
          <p:nvPr>
            <p:ph type="title"/>
          </p:nvPr>
        </p:nvSpPr>
        <p:spPr>
          <a:xfrm>
            <a:off x="2711643" y="5191691"/>
            <a:ext cx="4250984" cy="64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+ Espace vide BLANC">
  <p:cSld name="Titre + Espace vide BLANC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2" name="Google Shape;42;p11"/>
          <p:cNvPicPr preferRelativeResize="0"/>
          <p:nvPr/>
        </p:nvPicPr>
        <p:blipFill rotWithShape="1">
          <a:blip r:embed="rId2">
            <a:alphaModFix/>
          </a:blip>
          <a:srcRect b="0" l="0" r="41859" t="0"/>
          <a:stretch/>
        </p:blipFill>
        <p:spPr>
          <a:xfrm rot="-5400000">
            <a:off x="-1016574" y="160945"/>
            <a:ext cx="2281816" cy="97762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1"/>
          <p:cNvSpPr txBox="1"/>
          <p:nvPr>
            <p:ph type="title"/>
          </p:nvPr>
        </p:nvSpPr>
        <p:spPr>
          <a:xfrm>
            <a:off x="838200" y="356736"/>
            <a:ext cx="10515600" cy="6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  <a:defRPr sz="2800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838200" y="1120214"/>
            <a:ext cx="10515600" cy="451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36"/>
              </a:buClr>
              <a:buSzPts val="1200"/>
              <a:buChar char=" "/>
              <a:defRPr>
                <a:solidFill>
                  <a:srgbClr val="002736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Char char=" "/>
              <a:defRPr>
                <a:solidFill>
                  <a:srgbClr val="002736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rgbClr val="002736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rgbClr val="002736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rgbClr val="002736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RE+ESPACE vide Bleu">
  <p:cSld name="2_TITRE+ESPACE vide Bleu">
    <p:bg>
      <p:bgPr>
        <a:solidFill>
          <a:srgbClr val="005374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3D3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49" name="Google Shape;49;p12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50" name="Google Shape;50;p12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51" name="Google Shape;51;p12"/>
          <p:cNvSpPr txBox="1"/>
          <p:nvPr>
            <p:ph type="title"/>
          </p:nvPr>
        </p:nvSpPr>
        <p:spPr>
          <a:xfrm>
            <a:off x="838200" y="356736"/>
            <a:ext cx="10515600" cy="6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  <a:defRPr sz="2800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12"/>
          <p:cNvPicPr preferRelativeResize="0"/>
          <p:nvPr/>
        </p:nvPicPr>
        <p:blipFill rotWithShape="1">
          <a:blip r:embed="rId2">
            <a:alphaModFix/>
          </a:blip>
          <a:srcRect b="0" l="0" r="41859" t="0"/>
          <a:stretch/>
        </p:blipFill>
        <p:spPr>
          <a:xfrm rot="-5400000">
            <a:off x="-1016574" y="160945"/>
            <a:ext cx="2281816" cy="97762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838200" y="1120214"/>
            <a:ext cx="10515600" cy="451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ESPACE vide Bleu">
  <p:cSld name="TITRE+ESPACE vide Bleu">
    <p:bg>
      <p:bgPr>
        <a:solidFill>
          <a:srgbClr val="00537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vert&#10;&#10;Description générée automatiquement"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2553193"/>
          </a:xfrm>
          <a:custGeom>
            <a:rect b="b" l="l" r="r" t="t"/>
            <a:pathLst>
              <a:path extrusionOk="0" h="2377438" w="12192000">
                <a:moveTo>
                  <a:pt x="0" y="0"/>
                </a:moveTo>
                <a:lnTo>
                  <a:pt x="12192000" y="0"/>
                </a:lnTo>
                <a:lnTo>
                  <a:pt x="12192000" y="2377438"/>
                </a:lnTo>
                <a:lnTo>
                  <a:pt x="0" y="237743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3D3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59" name="Google Shape;59;p13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61" name="Google Shape;61;p13"/>
          <p:cNvSpPr txBox="1"/>
          <p:nvPr>
            <p:ph type="title"/>
          </p:nvPr>
        </p:nvSpPr>
        <p:spPr>
          <a:xfrm>
            <a:off x="838200" y="356736"/>
            <a:ext cx="10515600" cy="6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arlow"/>
              <a:buNone/>
              <a:defRPr sz="2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 b="0" l="0" r="41859" t="0"/>
          <a:stretch/>
        </p:blipFill>
        <p:spPr>
          <a:xfrm rot="-5400000">
            <a:off x="-1016574" y="160945"/>
            <a:ext cx="2281816" cy="97762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838200" y="1120214"/>
            <a:ext cx="10515600" cy="451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304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- TITRE  + BLOC GRAPHIQUE + TEXTE">
  <p:cSld name="7 - TITRE  + BLOC GRAPHIQUE + TEXTE">
    <p:bg>
      <p:bgPr>
        <a:solidFill>
          <a:srgbClr val="005374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b="0" l="0" r="54373" t="37282"/>
          <a:stretch/>
        </p:blipFill>
        <p:spPr>
          <a:xfrm rot="-5400000">
            <a:off x="-588760" y="588759"/>
            <a:ext cx="1790667" cy="61314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1276349" y="498738"/>
            <a:ext cx="9913808" cy="449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200"/>
              </a:buClr>
              <a:buSzPts val="2800"/>
              <a:buChar char=" "/>
              <a:defRPr b="0" sz="2800">
                <a:solidFill>
                  <a:srgbClr val="C3D200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1081051" y="1590001"/>
            <a:ext cx="7336243" cy="4338465"/>
          </a:xfrm>
          <a:prstGeom prst="round1Rect">
            <a:avLst>
              <a:gd fmla="val 7112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b" bIns="756000" lIns="72000" spcFirstLastPara="1" rIns="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537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8" name="Google Shape;68;p14"/>
          <p:cNvSpPr/>
          <p:nvPr>
            <p:ph idx="2" type="body"/>
          </p:nvPr>
        </p:nvSpPr>
        <p:spPr>
          <a:xfrm>
            <a:off x="854249" y="1344729"/>
            <a:ext cx="3732050" cy="482600"/>
          </a:xfrm>
          <a:prstGeom prst="roundRect">
            <a:avLst>
              <a:gd fmla="val 50000" name="adj"/>
            </a:avLst>
          </a:prstGeom>
          <a:solidFill>
            <a:srgbClr val="C3D200"/>
          </a:solidFill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36"/>
              </a:buClr>
              <a:buSzPts val="2000"/>
              <a:buNone/>
              <a:defRPr sz="2000">
                <a:solidFill>
                  <a:srgbClr val="002736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4"/>
          <p:cNvSpPr/>
          <p:nvPr/>
        </p:nvSpPr>
        <p:spPr>
          <a:xfrm>
            <a:off x="8658395" y="1590002"/>
            <a:ext cx="2452554" cy="4338466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b" bIns="216000" lIns="216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5C9"/>
              </a:buClr>
              <a:buSzPts val="1200"/>
              <a:buFont typeface="Barlow SemiBold"/>
              <a:buNone/>
            </a:pPr>
            <a:r>
              <a:t/>
            </a:r>
            <a:endParaRPr b="0" i="0" sz="1200" u="none" cap="none" strike="noStrike">
              <a:solidFill>
                <a:srgbClr val="00273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8886526" y="1239220"/>
            <a:ext cx="507476" cy="507476"/>
          </a:xfrm>
          <a:prstGeom prst="round1Rect">
            <a:avLst>
              <a:gd fmla="val 25417" name="adj"/>
            </a:avLst>
          </a:prstGeom>
          <a:solidFill>
            <a:srgbClr val="C3D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1" name="Google Shape;71;p14"/>
          <p:cNvSpPr/>
          <p:nvPr>
            <p:ph idx="3" type="pic"/>
          </p:nvPr>
        </p:nvSpPr>
        <p:spPr>
          <a:xfrm>
            <a:off x="8960264" y="1312958"/>
            <a:ext cx="360000" cy="360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2" name="Google Shape;72;p14"/>
          <p:cNvGrpSpPr/>
          <p:nvPr/>
        </p:nvGrpSpPr>
        <p:grpSpPr>
          <a:xfrm rot="10800000">
            <a:off x="10931741" y="4156901"/>
            <a:ext cx="726546" cy="1296379"/>
            <a:chOff x="5606046" y="5388175"/>
            <a:chExt cx="807084" cy="1440082"/>
          </a:xfrm>
        </p:grpSpPr>
        <p:sp>
          <p:nvSpPr>
            <p:cNvPr id="73" name="Google Shape;73;p14"/>
            <p:cNvSpPr/>
            <p:nvPr/>
          </p:nvSpPr>
          <p:spPr>
            <a:xfrm rot="-8100000">
              <a:off x="561361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 rot="-8100000">
              <a:off x="5720869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 rot="-8100000">
              <a:off x="5828127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 rot="-8100000">
              <a:off x="5935384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 rot="-8100000">
              <a:off x="5613613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 rot="-8100000">
              <a:off x="5720870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 rot="-8100000">
              <a:off x="582812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 rot="-8100000">
              <a:off x="5935386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 rot="-8100000">
              <a:off x="561361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 rot="-8100000">
              <a:off x="5720872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 rot="-8100000">
              <a:off x="582813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 rot="-8100000">
              <a:off x="5935387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 rot="-8100000">
              <a:off x="561361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 rot="-8100000">
              <a:off x="5720873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 rot="-8100000">
              <a:off x="5828131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 rot="-8100000">
              <a:off x="5935388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 rot="-8100000">
              <a:off x="561361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-8100000">
              <a:off x="5720874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 rot="-8100000">
              <a:off x="582813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 rot="-8100000">
              <a:off x="5935390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 rot="-8100000">
              <a:off x="561361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 rot="-8100000">
              <a:off x="5720876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 rot="-8100000">
              <a:off x="582813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6" name="Google Shape;96;p14"/>
            <p:cNvSpPr/>
            <p:nvPr/>
          </p:nvSpPr>
          <p:spPr>
            <a:xfrm rot="-8100000">
              <a:off x="5935391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 rot="-8100000">
              <a:off x="561362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 rot="-8100000">
              <a:off x="5720877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 rot="-8100000">
              <a:off x="5828135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 rot="-8100000">
              <a:off x="5935392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 rot="-8100000">
              <a:off x="561362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 rot="-8100000">
              <a:off x="5720878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 rot="-8100000">
              <a:off x="5828136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 rot="-8100000">
              <a:off x="5935393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 rot="-8100000">
              <a:off x="5613622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 rot="-8100000">
              <a:off x="5720879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 rot="-8100000">
              <a:off x="582813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 rot="-8100000">
              <a:off x="5935395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 rot="-8100000">
              <a:off x="561362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 rot="-8100000">
              <a:off x="5720881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 rot="-8100000">
              <a:off x="582813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 rot="-8100000">
              <a:off x="5935396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 rot="-8100000">
              <a:off x="561362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4" name="Google Shape;114;p14"/>
            <p:cNvSpPr/>
            <p:nvPr/>
          </p:nvSpPr>
          <p:spPr>
            <a:xfrm rot="-8100000">
              <a:off x="5720882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 rot="-8100000">
              <a:off x="5828140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 rot="-8100000">
              <a:off x="5935397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 rot="-8100000">
              <a:off x="604379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 rot="-8100000">
              <a:off x="6043794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 rot="-8100000">
              <a:off x="604379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 rot="-8100000">
              <a:off x="604379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 rot="-8100000">
              <a:off x="604379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 rot="-8100000">
              <a:off x="604379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3" name="Google Shape;123;p14"/>
            <p:cNvSpPr/>
            <p:nvPr/>
          </p:nvSpPr>
          <p:spPr>
            <a:xfrm rot="-8100000">
              <a:off x="604380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 rot="-8100000">
              <a:off x="604380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5" name="Google Shape;125;p14"/>
            <p:cNvSpPr/>
            <p:nvPr/>
          </p:nvSpPr>
          <p:spPr>
            <a:xfrm rot="-8100000">
              <a:off x="6043803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6" name="Google Shape;126;p14"/>
            <p:cNvSpPr/>
            <p:nvPr/>
          </p:nvSpPr>
          <p:spPr>
            <a:xfrm rot="-8100000">
              <a:off x="604380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 rot="-8100000">
              <a:off x="604380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 rot="-8100000">
              <a:off x="6152200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 rot="-8100000">
              <a:off x="6152201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 rot="-8100000">
              <a:off x="6152203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1" name="Google Shape;131;p14"/>
            <p:cNvSpPr/>
            <p:nvPr/>
          </p:nvSpPr>
          <p:spPr>
            <a:xfrm rot="-8100000">
              <a:off x="6152204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 rot="-8100000">
              <a:off x="6152205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 rot="-8100000">
              <a:off x="6152207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 rot="-8100000">
              <a:off x="6152208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5" name="Google Shape;135;p14"/>
            <p:cNvSpPr/>
            <p:nvPr/>
          </p:nvSpPr>
          <p:spPr>
            <a:xfrm rot="-8100000">
              <a:off x="6152209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 rot="-8100000">
              <a:off x="6152210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 rot="-8100000">
              <a:off x="6152212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8" name="Google Shape;138;p14"/>
            <p:cNvSpPr/>
            <p:nvPr/>
          </p:nvSpPr>
          <p:spPr>
            <a:xfrm rot="-8100000">
              <a:off x="6152213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39" name="Google Shape;139;p14"/>
            <p:cNvSpPr/>
            <p:nvPr/>
          </p:nvSpPr>
          <p:spPr>
            <a:xfrm rot="-8100000">
              <a:off x="6260608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0" name="Google Shape;140;p14"/>
            <p:cNvSpPr/>
            <p:nvPr/>
          </p:nvSpPr>
          <p:spPr>
            <a:xfrm rot="-8100000">
              <a:off x="626060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1" name="Google Shape;141;p14"/>
            <p:cNvSpPr/>
            <p:nvPr/>
          </p:nvSpPr>
          <p:spPr>
            <a:xfrm rot="-8100000">
              <a:off x="626061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2" name="Google Shape;142;p14"/>
            <p:cNvSpPr/>
            <p:nvPr/>
          </p:nvSpPr>
          <p:spPr>
            <a:xfrm rot="-8100000">
              <a:off x="6260612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3" name="Google Shape;143;p14"/>
            <p:cNvSpPr/>
            <p:nvPr/>
          </p:nvSpPr>
          <p:spPr>
            <a:xfrm rot="-8100000">
              <a:off x="626061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 rot="-8100000">
              <a:off x="626061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 rot="-8100000">
              <a:off x="6260616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 rot="-8100000">
              <a:off x="6260617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 rot="-8100000">
              <a:off x="626061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 rot="-8100000">
              <a:off x="626061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 rot="-8100000">
              <a:off x="6260621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 rot="-8100000">
              <a:off x="6369016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 rot="-8100000">
              <a:off x="6369017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 rot="-8100000">
              <a:off x="6369018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 rot="-8100000">
              <a:off x="6369020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 rot="-8100000">
              <a:off x="6369021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5" name="Google Shape;155;p14"/>
            <p:cNvSpPr/>
            <p:nvPr/>
          </p:nvSpPr>
          <p:spPr>
            <a:xfrm rot="-8100000">
              <a:off x="6369022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 rot="-8100000">
              <a:off x="6369023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 rot="-8100000">
              <a:off x="6369025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 rot="-8100000">
              <a:off x="6369026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 rot="-8100000">
              <a:off x="6369027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60" name="Google Shape;160;p14"/>
            <p:cNvSpPr/>
            <p:nvPr/>
          </p:nvSpPr>
          <p:spPr>
            <a:xfrm rot="-8100000">
              <a:off x="6369029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61" name="Google Shape;161;p14"/>
          <p:cNvSpPr txBox="1"/>
          <p:nvPr>
            <p:ph idx="4" type="body"/>
          </p:nvPr>
        </p:nvSpPr>
        <p:spPr>
          <a:xfrm>
            <a:off x="8886526" y="1853964"/>
            <a:ext cx="2103207" cy="364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 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14"/>
          <p:cNvSpPr/>
          <p:nvPr/>
        </p:nvSpPr>
        <p:spPr>
          <a:xfrm>
            <a:off x="8878181" y="2293450"/>
            <a:ext cx="285093" cy="106811"/>
          </a:xfrm>
          <a:prstGeom prst="roundRect">
            <a:avLst>
              <a:gd fmla="val 50000" name="adj"/>
            </a:avLst>
          </a:prstGeom>
          <a:solidFill>
            <a:srgbClr val="C3D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3" name="Google Shape;163;p14"/>
          <p:cNvSpPr txBox="1"/>
          <p:nvPr>
            <p:ph idx="5" type="body"/>
          </p:nvPr>
        </p:nvSpPr>
        <p:spPr>
          <a:xfrm>
            <a:off x="8886825" y="2677305"/>
            <a:ext cx="1935163" cy="3071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200"/>
              </a:buClr>
              <a:buSzPts val="2400"/>
              <a:buNone/>
              <a:defRPr sz="2400">
                <a:solidFill>
                  <a:srgbClr val="C3D200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3D200"/>
              </a:buClr>
              <a:buSzPts val="2400"/>
              <a:buChar char=" "/>
              <a:defRPr sz="2400">
                <a:solidFill>
                  <a:srgbClr val="C3D200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>
                <a:solidFill>
                  <a:srgbClr val="C3D200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>
                <a:solidFill>
                  <a:srgbClr val="C3D200"/>
                </a:solidFill>
              </a:defRPr>
            </a:lvl4pPr>
            <a:lvl5pPr indent="-36576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60"/>
              <a:buChar char="o"/>
              <a:defRPr sz="2400">
                <a:solidFill>
                  <a:srgbClr val="C3D20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14"/>
          <p:cNvSpPr/>
          <p:nvPr>
            <p:ph idx="6" type="chart"/>
          </p:nvPr>
        </p:nvSpPr>
        <p:spPr>
          <a:xfrm>
            <a:off x="1519404" y="2066165"/>
            <a:ext cx="6459537" cy="358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 "/>
              <a:defRPr b="0" i="0" sz="12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Barlow"/>
              <a:buChar char=" 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Arial"/>
              <a:buChar char="•"/>
              <a:defRPr b="1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080"/>
              <a:buFont typeface="Courier New"/>
              <a:buChar char="o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5" name="Google Shape;165;p14"/>
          <p:cNvSpPr txBox="1"/>
          <p:nvPr/>
        </p:nvSpPr>
        <p:spPr>
          <a:xfrm>
            <a:off x="-1" y="-2179232"/>
            <a:ext cx="8049553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-FR" sz="1400" u="none" cap="none" strike="noStrike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Utilisation de l’espace réservé de graphique en dehors du masque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D0CE"/>
              </a:buClr>
              <a:buSzPts val="1400"/>
              <a:buFont typeface="Barlow"/>
              <a:buAutoNum type="arabicPeriod"/>
            </a:pPr>
            <a:r>
              <a:rPr b="1" i="0" lang="fr-FR" sz="1400" u="none" cap="none" strike="noStrike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Allez à la diapositive</a:t>
            </a:r>
            <a:r>
              <a:rPr b="0" i="0" lang="fr-FR" sz="1400" u="none" cap="none" strike="noStrike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 où vous souhaitez utiliser l’espace réservé de graphique.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D0CE"/>
              </a:buClr>
              <a:buSzPts val="1400"/>
              <a:buFont typeface="Barlow"/>
              <a:buAutoNum type="arabicPeriod"/>
            </a:pPr>
            <a:r>
              <a:rPr b="1" i="0" lang="fr-FR" sz="1400" u="none" cap="none" strike="noStrike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Appliquez la disposition</a:t>
            </a:r>
            <a:r>
              <a:rPr b="0" i="0" lang="fr-FR" sz="1400" u="none" cap="none" strike="noStrike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 contenant l’espace réservé de graphique en cliquant sur “Disposition” dans l’onglet “Accueil” et en sélectionnant la disposition appropriée.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D0CE"/>
              </a:buClr>
              <a:buSzPts val="1400"/>
              <a:buFont typeface="Barlow"/>
              <a:buAutoNum type="arabicPeriod"/>
            </a:pPr>
            <a:r>
              <a:rPr b="1" i="0" lang="fr-FR" sz="1400" u="none" cap="none" strike="noStrike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Cliquez sur l’icône de graphique</a:t>
            </a:r>
            <a:r>
              <a:rPr b="0" i="0" lang="fr-FR" sz="1400" u="none" cap="none" strike="noStrike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 dans l’espace réservé pour insérer un graphique.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D0CE"/>
              </a:buClr>
              <a:buSzPts val="1400"/>
              <a:buFont typeface="Barlow"/>
              <a:buAutoNum type="arabicPeriod"/>
            </a:pPr>
            <a:r>
              <a:rPr b="1" i="0" lang="fr-FR" sz="1400" u="none" cap="none" strike="noStrike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Choisissez le type de graphique</a:t>
            </a:r>
            <a:r>
              <a:rPr b="0" i="0" lang="fr-FR" sz="1400" u="none" cap="none" strike="noStrike">
                <a:solidFill>
                  <a:srgbClr val="D2D0CE"/>
                </a:solidFill>
                <a:latin typeface="Arial"/>
                <a:ea typeface="Arial"/>
                <a:cs typeface="Arial"/>
                <a:sym typeface="Arial"/>
              </a:rPr>
              <a:t> que vous souhaitez utiliser et remplissez les données nécessaires.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4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4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4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ITRE + 3 BLOCS">
  <p:cSld name="14 - TITRE + 3 BLOCS">
    <p:bg>
      <p:bgPr>
        <a:solidFill>
          <a:srgbClr val="005374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5"/>
          <p:cNvGrpSpPr/>
          <p:nvPr/>
        </p:nvGrpSpPr>
        <p:grpSpPr>
          <a:xfrm>
            <a:off x="1254843" y="965951"/>
            <a:ext cx="406373" cy="725095"/>
            <a:chOff x="9613484" y="4661388"/>
            <a:chExt cx="656693" cy="1171741"/>
          </a:xfrm>
        </p:grpSpPr>
        <p:sp>
          <p:nvSpPr>
            <p:cNvPr id="171" name="Google Shape;171;p15"/>
            <p:cNvSpPr/>
            <p:nvPr/>
          </p:nvSpPr>
          <p:spPr>
            <a:xfrm rot="2700000">
              <a:off x="10234294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 rot="2700000">
              <a:off x="10147023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 rot="2700000">
              <a:off x="10059751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 rot="2700000">
              <a:off x="9972480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 rot="2700000">
              <a:off x="10234293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6" name="Google Shape;176;p15"/>
            <p:cNvSpPr/>
            <p:nvPr/>
          </p:nvSpPr>
          <p:spPr>
            <a:xfrm rot="2700000">
              <a:off x="10147022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7" name="Google Shape;177;p15"/>
            <p:cNvSpPr/>
            <p:nvPr/>
          </p:nvSpPr>
          <p:spPr>
            <a:xfrm rot="2700000">
              <a:off x="10059749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8" name="Google Shape;178;p15"/>
            <p:cNvSpPr/>
            <p:nvPr/>
          </p:nvSpPr>
          <p:spPr>
            <a:xfrm rot="2700000">
              <a:off x="9972479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 rot="2700000">
              <a:off x="10234291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 rot="2700000">
              <a:off x="10147020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 rot="2700000">
              <a:off x="10059749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 rot="2700000">
              <a:off x="9972478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 rot="2700000">
              <a:off x="10234290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 rot="2700000">
              <a:off x="10147020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 rot="2700000">
              <a:off x="10059748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 rot="2700000">
              <a:off x="9972477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 rot="2700000">
              <a:off x="10234290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8" name="Google Shape;188;p15"/>
            <p:cNvSpPr/>
            <p:nvPr/>
          </p:nvSpPr>
          <p:spPr>
            <a:xfrm rot="2700000">
              <a:off x="10147019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89" name="Google Shape;189;p15"/>
            <p:cNvSpPr/>
            <p:nvPr/>
          </p:nvSpPr>
          <p:spPr>
            <a:xfrm rot="2700000">
              <a:off x="10059746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0" name="Google Shape;190;p15"/>
            <p:cNvSpPr/>
            <p:nvPr/>
          </p:nvSpPr>
          <p:spPr>
            <a:xfrm rot="2700000">
              <a:off x="9972475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 rot="2700000">
              <a:off x="10234288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2" name="Google Shape;192;p15"/>
            <p:cNvSpPr/>
            <p:nvPr/>
          </p:nvSpPr>
          <p:spPr>
            <a:xfrm rot="2700000">
              <a:off x="10147017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3" name="Google Shape;193;p15"/>
            <p:cNvSpPr/>
            <p:nvPr/>
          </p:nvSpPr>
          <p:spPr>
            <a:xfrm rot="2700000">
              <a:off x="10059745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4" name="Google Shape;194;p15"/>
            <p:cNvSpPr/>
            <p:nvPr/>
          </p:nvSpPr>
          <p:spPr>
            <a:xfrm rot="2700000">
              <a:off x="9972474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5" name="Google Shape;195;p15"/>
            <p:cNvSpPr/>
            <p:nvPr/>
          </p:nvSpPr>
          <p:spPr>
            <a:xfrm rot="2700000">
              <a:off x="10234287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 rot="2700000">
              <a:off x="10147016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 rot="2700000">
              <a:off x="10059745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 rot="2700000">
              <a:off x="9972474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 rot="2700000">
              <a:off x="10234286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 rot="2700000">
              <a:off x="10147015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 rot="2700000">
              <a:off x="10059744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2" name="Google Shape;202;p15"/>
            <p:cNvSpPr/>
            <p:nvPr/>
          </p:nvSpPr>
          <p:spPr>
            <a:xfrm rot="2700000">
              <a:off x="9972473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3" name="Google Shape;203;p15"/>
            <p:cNvSpPr/>
            <p:nvPr/>
          </p:nvSpPr>
          <p:spPr>
            <a:xfrm rot="2700000">
              <a:off x="10234286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 rot="2700000">
              <a:off x="10147015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5" name="Google Shape;205;p15"/>
            <p:cNvSpPr/>
            <p:nvPr/>
          </p:nvSpPr>
          <p:spPr>
            <a:xfrm rot="2700000">
              <a:off x="10059742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6" name="Google Shape;206;p15"/>
            <p:cNvSpPr/>
            <p:nvPr/>
          </p:nvSpPr>
          <p:spPr>
            <a:xfrm rot="2700000">
              <a:off x="9972471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7" name="Google Shape;207;p15"/>
            <p:cNvSpPr/>
            <p:nvPr/>
          </p:nvSpPr>
          <p:spPr>
            <a:xfrm rot="2700000">
              <a:off x="10234284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8" name="Google Shape;208;p15"/>
            <p:cNvSpPr/>
            <p:nvPr/>
          </p:nvSpPr>
          <p:spPr>
            <a:xfrm rot="2700000">
              <a:off x="10147013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09" name="Google Shape;209;p15"/>
            <p:cNvSpPr/>
            <p:nvPr/>
          </p:nvSpPr>
          <p:spPr>
            <a:xfrm rot="2700000">
              <a:off x="10059741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0" name="Google Shape;210;p15"/>
            <p:cNvSpPr/>
            <p:nvPr/>
          </p:nvSpPr>
          <p:spPr>
            <a:xfrm rot="2700000">
              <a:off x="9972470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1" name="Google Shape;211;p15"/>
            <p:cNvSpPr/>
            <p:nvPr/>
          </p:nvSpPr>
          <p:spPr>
            <a:xfrm rot="2700000">
              <a:off x="10234283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2" name="Google Shape;212;p15"/>
            <p:cNvSpPr/>
            <p:nvPr/>
          </p:nvSpPr>
          <p:spPr>
            <a:xfrm rot="2700000">
              <a:off x="10147012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3" name="Google Shape;213;p15"/>
            <p:cNvSpPr/>
            <p:nvPr/>
          </p:nvSpPr>
          <p:spPr>
            <a:xfrm rot="2700000">
              <a:off x="10059741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4" name="Google Shape;214;p15"/>
            <p:cNvSpPr/>
            <p:nvPr/>
          </p:nvSpPr>
          <p:spPr>
            <a:xfrm rot="2700000">
              <a:off x="9972470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5" name="Google Shape;215;p15"/>
            <p:cNvSpPr/>
            <p:nvPr/>
          </p:nvSpPr>
          <p:spPr>
            <a:xfrm rot="2700000">
              <a:off x="9884273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6" name="Google Shape;216;p15"/>
            <p:cNvSpPr/>
            <p:nvPr/>
          </p:nvSpPr>
          <p:spPr>
            <a:xfrm rot="2700000">
              <a:off x="9884271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7" name="Google Shape;217;p15"/>
            <p:cNvSpPr/>
            <p:nvPr/>
          </p:nvSpPr>
          <p:spPr>
            <a:xfrm rot="2700000">
              <a:off x="9884270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8" name="Google Shape;218;p15"/>
            <p:cNvSpPr/>
            <p:nvPr/>
          </p:nvSpPr>
          <p:spPr>
            <a:xfrm rot="2700000">
              <a:off x="9884270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19" name="Google Shape;219;p15"/>
            <p:cNvSpPr/>
            <p:nvPr/>
          </p:nvSpPr>
          <p:spPr>
            <a:xfrm rot="2700000">
              <a:off x="9884269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0" name="Google Shape;220;p15"/>
            <p:cNvSpPr/>
            <p:nvPr/>
          </p:nvSpPr>
          <p:spPr>
            <a:xfrm rot="2700000">
              <a:off x="9884267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1" name="Google Shape;221;p15"/>
            <p:cNvSpPr/>
            <p:nvPr/>
          </p:nvSpPr>
          <p:spPr>
            <a:xfrm rot="2700000">
              <a:off x="9884266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2" name="Google Shape;222;p15"/>
            <p:cNvSpPr/>
            <p:nvPr/>
          </p:nvSpPr>
          <p:spPr>
            <a:xfrm rot="2700000">
              <a:off x="9884265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 rot="2700000">
              <a:off x="9884264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4" name="Google Shape;224;p15"/>
            <p:cNvSpPr/>
            <p:nvPr/>
          </p:nvSpPr>
          <p:spPr>
            <a:xfrm rot="2700000">
              <a:off x="9884263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5" name="Google Shape;225;p15"/>
            <p:cNvSpPr/>
            <p:nvPr/>
          </p:nvSpPr>
          <p:spPr>
            <a:xfrm rot="2700000">
              <a:off x="9884262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6" name="Google Shape;226;p15"/>
            <p:cNvSpPr/>
            <p:nvPr/>
          </p:nvSpPr>
          <p:spPr>
            <a:xfrm rot="2700000">
              <a:off x="9796065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7" name="Google Shape;227;p15"/>
            <p:cNvSpPr/>
            <p:nvPr/>
          </p:nvSpPr>
          <p:spPr>
            <a:xfrm rot="2700000">
              <a:off x="9796065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8" name="Google Shape;228;p15"/>
            <p:cNvSpPr/>
            <p:nvPr/>
          </p:nvSpPr>
          <p:spPr>
            <a:xfrm rot="2700000">
              <a:off x="9796063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 rot="2700000">
              <a:off x="9796062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0" name="Google Shape;230;p15"/>
            <p:cNvSpPr/>
            <p:nvPr/>
          </p:nvSpPr>
          <p:spPr>
            <a:xfrm rot="2700000">
              <a:off x="9796061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 rot="2700000">
              <a:off x="9796060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 rot="2700000">
              <a:off x="9796059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3" name="Google Shape;233;p15"/>
            <p:cNvSpPr/>
            <p:nvPr/>
          </p:nvSpPr>
          <p:spPr>
            <a:xfrm rot="2700000">
              <a:off x="9796058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 rot="2700000">
              <a:off x="9796057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 rot="2700000">
              <a:off x="9796056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 rot="2700000">
              <a:off x="9796055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 rot="2700000">
              <a:off x="9707858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 rot="2700000">
              <a:off x="9707857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 rot="2700000">
              <a:off x="9707856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 rot="2700000">
              <a:off x="9707855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1" name="Google Shape;241;p15"/>
            <p:cNvSpPr/>
            <p:nvPr/>
          </p:nvSpPr>
          <p:spPr>
            <a:xfrm rot="2700000">
              <a:off x="9707854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2" name="Google Shape;242;p15"/>
            <p:cNvSpPr/>
            <p:nvPr/>
          </p:nvSpPr>
          <p:spPr>
            <a:xfrm rot="2700000">
              <a:off x="9707853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3" name="Google Shape;243;p15"/>
            <p:cNvSpPr/>
            <p:nvPr/>
          </p:nvSpPr>
          <p:spPr>
            <a:xfrm rot="2700000">
              <a:off x="9707851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 rot="2700000">
              <a:off x="9707851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5" name="Google Shape;245;p15"/>
            <p:cNvSpPr/>
            <p:nvPr/>
          </p:nvSpPr>
          <p:spPr>
            <a:xfrm rot="2700000">
              <a:off x="9707850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6" name="Google Shape;246;p15"/>
            <p:cNvSpPr/>
            <p:nvPr/>
          </p:nvSpPr>
          <p:spPr>
            <a:xfrm rot="2700000">
              <a:off x="9707849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7" name="Google Shape;247;p15"/>
            <p:cNvSpPr/>
            <p:nvPr/>
          </p:nvSpPr>
          <p:spPr>
            <a:xfrm rot="2700000">
              <a:off x="9707847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8" name="Google Shape;248;p15"/>
            <p:cNvSpPr/>
            <p:nvPr/>
          </p:nvSpPr>
          <p:spPr>
            <a:xfrm rot="2700000">
              <a:off x="9619651" y="466754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49" name="Google Shape;249;p15"/>
            <p:cNvSpPr/>
            <p:nvPr/>
          </p:nvSpPr>
          <p:spPr>
            <a:xfrm rot="2700000">
              <a:off x="9619650" y="478051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0" name="Google Shape;250;p15"/>
            <p:cNvSpPr/>
            <p:nvPr/>
          </p:nvSpPr>
          <p:spPr>
            <a:xfrm rot="2700000">
              <a:off x="9619649" y="4893484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1" name="Google Shape;251;p15"/>
            <p:cNvSpPr/>
            <p:nvPr/>
          </p:nvSpPr>
          <p:spPr>
            <a:xfrm rot="2700000">
              <a:off x="9619647" y="500645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2" name="Google Shape;252;p15"/>
            <p:cNvSpPr/>
            <p:nvPr/>
          </p:nvSpPr>
          <p:spPr>
            <a:xfrm rot="2700000">
              <a:off x="9619646" y="511942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3" name="Google Shape;253;p15"/>
            <p:cNvSpPr/>
            <p:nvPr/>
          </p:nvSpPr>
          <p:spPr>
            <a:xfrm rot="2700000">
              <a:off x="9619646" y="523239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4" name="Google Shape;254;p15"/>
            <p:cNvSpPr/>
            <p:nvPr/>
          </p:nvSpPr>
          <p:spPr>
            <a:xfrm rot="2700000">
              <a:off x="9619645" y="534536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5" name="Google Shape;255;p15"/>
            <p:cNvSpPr/>
            <p:nvPr/>
          </p:nvSpPr>
          <p:spPr>
            <a:xfrm rot="2700000">
              <a:off x="9619643" y="545833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 rot="2700000">
              <a:off x="9619642" y="5571305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7" name="Google Shape;257;p15"/>
            <p:cNvSpPr/>
            <p:nvPr/>
          </p:nvSpPr>
          <p:spPr>
            <a:xfrm rot="2700000">
              <a:off x="9619642" y="568427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8" name="Google Shape;258;p15"/>
            <p:cNvSpPr/>
            <p:nvPr/>
          </p:nvSpPr>
          <p:spPr>
            <a:xfrm rot="2700000">
              <a:off x="9619640" y="5797246"/>
              <a:ext cx="29726" cy="29726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259" name="Google Shape;259;p15"/>
          <p:cNvSpPr/>
          <p:nvPr>
            <p:ph idx="1" type="body"/>
          </p:nvPr>
        </p:nvSpPr>
        <p:spPr>
          <a:xfrm>
            <a:off x="232028" y="595587"/>
            <a:ext cx="2452004" cy="753932"/>
          </a:xfrm>
          <a:prstGeom prst="roundRect">
            <a:avLst>
              <a:gd fmla="val 50000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indent="-3048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 b="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" name="Google Shape;260;p15"/>
          <p:cNvSpPr/>
          <p:nvPr>
            <p:ph idx="2" type="body"/>
          </p:nvPr>
        </p:nvSpPr>
        <p:spPr>
          <a:xfrm>
            <a:off x="1194315" y="229477"/>
            <a:ext cx="527430" cy="366109"/>
          </a:xfrm>
          <a:prstGeom prst="round1Rect">
            <a:avLst>
              <a:gd fmla="val 14932" name="adj"/>
            </a:avLst>
          </a:prstGeom>
          <a:solidFill>
            <a:srgbClr val="C3D300"/>
          </a:solidFill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 "/>
              <a:defRPr b="0" sz="18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3147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o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15"/>
          <p:cNvSpPr txBox="1"/>
          <p:nvPr>
            <p:ph type="title"/>
          </p:nvPr>
        </p:nvSpPr>
        <p:spPr>
          <a:xfrm>
            <a:off x="2820040" y="648005"/>
            <a:ext cx="8177927" cy="64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300"/>
              </a:buClr>
              <a:buSzPts val="2800"/>
              <a:buFont typeface="Barlow"/>
              <a:buNone/>
              <a:defRPr b="0">
                <a:solidFill>
                  <a:srgbClr val="C3D3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15"/>
          <p:cNvSpPr/>
          <p:nvPr/>
        </p:nvSpPr>
        <p:spPr>
          <a:xfrm>
            <a:off x="1042352" y="1554481"/>
            <a:ext cx="3152604" cy="4707932"/>
          </a:xfrm>
          <a:prstGeom prst="round1Rect">
            <a:avLst>
              <a:gd fmla="val 9293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t" bIns="756000" lIns="251975" spcFirstLastPara="1" rIns="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Barlow"/>
              <a:buNone/>
            </a:pPr>
            <a:r>
              <a:t/>
            </a:r>
            <a:endParaRPr b="0" i="0" sz="1050" u="none" cap="none" strike="noStrike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4581175" y="1554481"/>
            <a:ext cx="3152604" cy="4707932"/>
          </a:xfrm>
          <a:prstGeom prst="round1Rect">
            <a:avLst>
              <a:gd fmla="val 9293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t" bIns="756000" lIns="251975" spcFirstLastPara="1" rIns="0" wrap="square" tIns="180000">
            <a:noAutofit/>
          </a:bodyPr>
          <a:lstStyle/>
          <a:p>
            <a:pPr indent="-1270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537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8121891" y="1554481"/>
            <a:ext cx="3152604" cy="4707932"/>
          </a:xfrm>
          <a:prstGeom prst="round1Rect">
            <a:avLst>
              <a:gd fmla="val 9293" name="adj"/>
            </a:avLst>
          </a:prstGeom>
          <a:solidFill>
            <a:srgbClr val="002736"/>
          </a:solidFill>
          <a:ln>
            <a:noFill/>
          </a:ln>
        </p:spPr>
        <p:txBody>
          <a:bodyPr anchorCtr="0" anchor="t" bIns="756000" lIns="251975" spcFirstLastPara="1" rIns="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537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2476108" y="1498492"/>
            <a:ext cx="285093" cy="10681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6014931" y="1498492"/>
            <a:ext cx="285093" cy="10681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9555647" y="1498492"/>
            <a:ext cx="285093" cy="10681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/>
          <p:nvPr>
            <p:ph idx="3" type="pic"/>
          </p:nvPr>
        </p:nvSpPr>
        <p:spPr>
          <a:xfrm>
            <a:off x="1346481" y="1810264"/>
            <a:ext cx="2544347" cy="596386"/>
          </a:xfrm>
          <a:prstGeom prst="round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69" name="Google Shape;269;p15"/>
          <p:cNvSpPr/>
          <p:nvPr>
            <p:ph idx="4" type="pic"/>
          </p:nvPr>
        </p:nvSpPr>
        <p:spPr>
          <a:xfrm>
            <a:off x="4885304" y="1810264"/>
            <a:ext cx="2544347" cy="596386"/>
          </a:xfrm>
          <a:prstGeom prst="round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70" name="Google Shape;270;p15"/>
          <p:cNvSpPr/>
          <p:nvPr>
            <p:ph idx="5" type="pic"/>
          </p:nvPr>
        </p:nvSpPr>
        <p:spPr>
          <a:xfrm>
            <a:off x="8426020" y="1810264"/>
            <a:ext cx="2544347" cy="596386"/>
          </a:xfrm>
          <a:prstGeom prst="round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71" name="Google Shape;271;p15"/>
          <p:cNvSpPr txBox="1"/>
          <p:nvPr>
            <p:ph idx="6" type="body"/>
          </p:nvPr>
        </p:nvSpPr>
        <p:spPr>
          <a:xfrm>
            <a:off x="1346200" y="2592388"/>
            <a:ext cx="2544763" cy="333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29527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300"/>
              </a:buClr>
              <a:buSzPts val="1050"/>
              <a:buFont typeface="Arial"/>
              <a:buChar char="•"/>
              <a:defRPr sz="1050">
                <a:solidFill>
                  <a:srgbClr val="C3D30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p15"/>
          <p:cNvSpPr txBox="1"/>
          <p:nvPr>
            <p:ph idx="7" type="body"/>
          </p:nvPr>
        </p:nvSpPr>
        <p:spPr>
          <a:xfrm>
            <a:off x="4885096" y="2592388"/>
            <a:ext cx="2544763" cy="333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29527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300"/>
              </a:buClr>
              <a:buSzPts val="1050"/>
              <a:buFont typeface="Arial"/>
              <a:buChar char="•"/>
              <a:defRPr sz="1050">
                <a:solidFill>
                  <a:srgbClr val="C3D30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" name="Google Shape;273;p15"/>
          <p:cNvSpPr txBox="1"/>
          <p:nvPr>
            <p:ph idx="8" type="body"/>
          </p:nvPr>
        </p:nvSpPr>
        <p:spPr>
          <a:xfrm>
            <a:off x="8425812" y="2592388"/>
            <a:ext cx="2544763" cy="333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295275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D300"/>
              </a:buClr>
              <a:buSzPts val="1050"/>
              <a:buFont typeface="Arial"/>
              <a:buChar char="•"/>
              <a:defRPr sz="1050">
                <a:solidFill>
                  <a:srgbClr val="C3D30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 "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4pPr>
            <a:lvl5pPr indent="-29718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80"/>
              <a:buChar char="o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74" name="Google Shape;274;p15"/>
          <p:cNvGrpSpPr/>
          <p:nvPr/>
        </p:nvGrpSpPr>
        <p:grpSpPr>
          <a:xfrm rot="10800000">
            <a:off x="915032" y="5575278"/>
            <a:ext cx="263829" cy="470751"/>
            <a:chOff x="5606046" y="5388175"/>
            <a:chExt cx="807084" cy="1440082"/>
          </a:xfrm>
        </p:grpSpPr>
        <p:sp>
          <p:nvSpPr>
            <p:cNvPr id="275" name="Google Shape;275;p15"/>
            <p:cNvSpPr/>
            <p:nvPr/>
          </p:nvSpPr>
          <p:spPr>
            <a:xfrm rot="-8100000">
              <a:off x="561361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76" name="Google Shape;276;p15"/>
            <p:cNvSpPr/>
            <p:nvPr/>
          </p:nvSpPr>
          <p:spPr>
            <a:xfrm rot="-8100000">
              <a:off x="5720869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77" name="Google Shape;277;p15"/>
            <p:cNvSpPr/>
            <p:nvPr/>
          </p:nvSpPr>
          <p:spPr>
            <a:xfrm rot="-8100000">
              <a:off x="5828127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78" name="Google Shape;278;p15"/>
            <p:cNvSpPr/>
            <p:nvPr/>
          </p:nvSpPr>
          <p:spPr>
            <a:xfrm rot="-8100000">
              <a:off x="5935384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79" name="Google Shape;279;p15"/>
            <p:cNvSpPr/>
            <p:nvPr/>
          </p:nvSpPr>
          <p:spPr>
            <a:xfrm rot="-8100000">
              <a:off x="5613613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0" name="Google Shape;280;p15"/>
            <p:cNvSpPr/>
            <p:nvPr/>
          </p:nvSpPr>
          <p:spPr>
            <a:xfrm rot="-8100000">
              <a:off x="5720870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1" name="Google Shape;281;p15"/>
            <p:cNvSpPr/>
            <p:nvPr/>
          </p:nvSpPr>
          <p:spPr>
            <a:xfrm rot="-8100000">
              <a:off x="582812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2" name="Google Shape;282;p15"/>
            <p:cNvSpPr/>
            <p:nvPr/>
          </p:nvSpPr>
          <p:spPr>
            <a:xfrm rot="-8100000">
              <a:off x="5935386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3" name="Google Shape;283;p15"/>
            <p:cNvSpPr/>
            <p:nvPr/>
          </p:nvSpPr>
          <p:spPr>
            <a:xfrm rot="-8100000">
              <a:off x="561361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4" name="Google Shape;284;p15"/>
            <p:cNvSpPr/>
            <p:nvPr/>
          </p:nvSpPr>
          <p:spPr>
            <a:xfrm rot="-8100000">
              <a:off x="5720872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5" name="Google Shape;285;p15"/>
            <p:cNvSpPr/>
            <p:nvPr/>
          </p:nvSpPr>
          <p:spPr>
            <a:xfrm rot="-8100000">
              <a:off x="582813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6" name="Google Shape;286;p15"/>
            <p:cNvSpPr/>
            <p:nvPr/>
          </p:nvSpPr>
          <p:spPr>
            <a:xfrm rot="-8100000">
              <a:off x="5935387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7" name="Google Shape;287;p15"/>
            <p:cNvSpPr/>
            <p:nvPr/>
          </p:nvSpPr>
          <p:spPr>
            <a:xfrm rot="-8100000">
              <a:off x="561361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8" name="Google Shape;288;p15"/>
            <p:cNvSpPr/>
            <p:nvPr/>
          </p:nvSpPr>
          <p:spPr>
            <a:xfrm rot="-8100000">
              <a:off x="5720873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89" name="Google Shape;289;p15"/>
            <p:cNvSpPr/>
            <p:nvPr/>
          </p:nvSpPr>
          <p:spPr>
            <a:xfrm rot="-8100000">
              <a:off x="5828131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0" name="Google Shape;290;p15"/>
            <p:cNvSpPr/>
            <p:nvPr/>
          </p:nvSpPr>
          <p:spPr>
            <a:xfrm rot="-8100000">
              <a:off x="5935388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1" name="Google Shape;291;p15"/>
            <p:cNvSpPr/>
            <p:nvPr/>
          </p:nvSpPr>
          <p:spPr>
            <a:xfrm rot="-8100000">
              <a:off x="561361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2" name="Google Shape;292;p15"/>
            <p:cNvSpPr/>
            <p:nvPr/>
          </p:nvSpPr>
          <p:spPr>
            <a:xfrm rot="-8100000">
              <a:off x="5720874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3" name="Google Shape;293;p15"/>
            <p:cNvSpPr/>
            <p:nvPr/>
          </p:nvSpPr>
          <p:spPr>
            <a:xfrm rot="-8100000">
              <a:off x="582813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4" name="Google Shape;294;p15"/>
            <p:cNvSpPr/>
            <p:nvPr/>
          </p:nvSpPr>
          <p:spPr>
            <a:xfrm rot="-8100000">
              <a:off x="5935390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5" name="Google Shape;295;p15"/>
            <p:cNvSpPr/>
            <p:nvPr/>
          </p:nvSpPr>
          <p:spPr>
            <a:xfrm rot="-8100000">
              <a:off x="561361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6" name="Google Shape;296;p15"/>
            <p:cNvSpPr/>
            <p:nvPr/>
          </p:nvSpPr>
          <p:spPr>
            <a:xfrm rot="-8100000">
              <a:off x="5720876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7" name="Google Shape;297;p15"/>
            <p:cNvSpPr/>
            <p:nvPr/>
          </p:nvSpPr>
          <p:spPr>
            <a:xfrm rot="-8100000">
              <a:off x="582813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8" name="Google Shape;298;p15"/>
            <p:cNvSpPr/>
            <p:nvPr/>
          </p:nvSpPr>
          <p:spPr>
            <a:xfrm rot="-8100000">
              <a:off x="5935391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99" name="Google Shape;299;p15"/>
            <p:cNvSpPr/>
            <p:nvPr/>
          </p:nvSpPr>
          <p:spPr>
            <a:xfrm rot="-8100000">
              <a:off x="561362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0" name="Google Shape;300;p15"/>
            <p:cNvSpPr/>
            <p:nvPr/>
          </p:nvSpPr>
          <p:spPr>
            <a:xfrm rot="-8100000">
              <a:off x="5720877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1" name="Google Shape;301;p15"/>
            <p:cNvSpPr/>
            <p:nvPr/>
          </p:nvSpPr>
          <p:spPr>
            <a:xfrm rot="-8100000">
              <a:off x="5828135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2" name="Google Shape;302;p15"/>
            <p:cNvSpPr/>
            <p:nvPr/>
          </p:nvSpPr>
          <p:spPr>
            <a:xfrm rot="-8100000">
              <a:off x="5935392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3" name="Google Shape;303;p15"/>
            <p:cNvSpPr/>
            <p:nvPr/>
          </p:nvSpPr>
          <p:spPr>
            <a:xfrm rot="-8100000">
              <a:off x="561362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4" name="Google Shape;304;p15"/>
            <p:cNvSpPr/>
            <p:nvPr/>
          </p:nvSpPr>
          <p:spPr>
            <a:xfrm rot="-8100000">
              <a:off x="5720878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5" name="Google Shape;305;p15"/>
            <p:cNvSpPr/>
            <p:nvPr/>
          </p:nvSpPr>
          <p:spPr>
            <a:xfrm rot="-8100000">
              <a:off x="5828136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6" name="Google Shape;306;p15"/>
            <p:cNvSpPr/>
            <p:nvPr/>
          </p:nvSpPr>
          <p:spPr>
            <a:xfrm rot="-8100000">
              <a:off x="5935393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7" name="Google Shape;307;p15"/>
            <p:cNvSpPr/>
            <p:nvPr/>
          </p:nvSpPr>
          <p:spPr>
            <a:xfrm rot="-8100000">
              <a:off x="5613622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8" name="Google Shape;308;p15"/>
            <p:cNvSpPr/>
            <p:nvPr/>
          </p:nvSpPr>
          <p:spPr>
            <a:xfrm rot="-8100000">
              <a:off x="5720879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09" name="Google Shape;309;p15"/>
            <p:cNvSpPr/>
            <p:nvPr/>
          </p:nvSpPr>
          <p:spPr>
            <a:xfrm rot="-8100000">
              <a:off x="582813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0" name="Google Shape;310;p15"/>
            <p:cNvSpPr/>
            <p:nvPr/>
          </p:nvSpPr>
          <p:spPr>
            <a:xfrm rot="-8100000">
              <a:off x="5935395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1" name="Google Shape;311;p15"/>
            <p:cNvSpPr/>
            <p:nvPr/>
          </p:nvSpPr>
          <p:spPr>
            <a:xfrm rot="-8100000">
              <a:off x="561362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2" name="Google Shape;312;p15"/>
            <p:cNvSpPr/>
            <p:nvPr/>
          </p:nvSpPr>
          <p:spPr>
            <a:xfrm rot="-8100000">
              <a:off x="5720881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3" name="Google Shape;313;p15"/>
            <p:cNvSpPr/>
            <p:nvPr/>
          </p:nvSpPr>
          <p:spPr>
            <a:xfrm rot="-8100000">
              <a:off x="582813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 rot="-8100000">
              <a:off x="5935396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5" name="Google Shape;315;p15"/>
            <p:cNvSpPr/>
            <p:nvPr/>
          </p:nvSpPr>
          <p:spPr>
            <a:xfrm rot="-8100000">
              <a:off x="561362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6" name="Google Shape;316;p15"/>
            <p:cNvSpPr/>
            <p:nvPr/>
          </p:nvSpPr>
          <p:spPr>
            <a:xfrm rot="-8100000">
              <a:off x="5720882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7" name="Google Shape;317;p15"/>
            <p:cNvSpPr/>
            <p:nvPr/>
          </p:nvSpPr>
          <p:spPr>
            <a:xfrm rot="-8100000">
              <a:off x="5828140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8" name="Google Shape;318;p15"/>
            <p:cNvSpPr/>
            <p:nvPr/>
          </p:nvSpPr>
          <p:spPr>
            <a:xfrm rot="-8100000">
              <a:off x="5935397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19" name="Google Shape;319;p15"/>
            <p:cNvSpPr/>
            <p:nvPr/>
          </p:nvSpPr>
          <p:spPr>
            <a:xfrm rot="-8100000">
              <a:off x="604379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0" name="Google Shape;320;p15"/>
            <p:cNvSpPr/>
            <p:nvPr/>
          </p:nvSpPr>
          <p:spPr>
            <a:xfrm rot="-8100000">
              <a:off x="6043794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1" name="Google Shape;321;p15"/>
            <p:cNvSpPr/>
            <p:nvPr/>
          </p:nvSpPr>
          <p:spPr>
            <a:xfrm rot="-8100000">
              <a:off x="604379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2" name="Google Shape;322;p15"/>
            <p:cNvSpPr/>
            <p:nvPr/>
          </p:nvSpPr>
          <p:spPr>
            <a:xfrm rot="-8100000">
              <a:off x="604379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3" name="Google Shape;323;p15"/>
            <p:cNvSpPr/>
            <p:nvPr/>
          </p:nvSpPr>
          <p:spPr>
            <a:xfrm rot="-8100000">
              <a:off x="604379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4" name="Google Shape;324;p15"/>
            <p:cNvSpPr/>
            <p:nvPr/>
          </p:nvSpPr>
          <p:spPr>
            <a:xfrm rot="-8100000">
              <a:off x="604379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5" name="Google Shape;325;p15"/>
            <p:cNvSpPr/>
            <p:nvPr/>
          </p:nvSpPr>
          <p:spPr>
            <a:xfrm rot="-8100000">
              <a:off x="604380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6" name="Google Shape;326;p15"/>
            <p:cNvSpPr/>
            <p:nvPr/>
          </p:nvSpPr>
          <p:spPr>
            <a:xfrm rot="-8100000">
              <a:off x="604380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7" name="Google Shape;327;p15"/>
            <p:cNvSpPr/>
            <p:nvPr/>
          </p:nvSpPr>
          <p:spPr>
            <a:xfrm rot="-8100000">
              <a:off x="6043803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8" name="Google Shape;328;p15"/>
            <p:cNvSpPr/>
            <p:nvPr/>
          </p:nvSpPr>
          <p:spPr>
            <a:xfrm rot="-8100000">
              <a:off x="604380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9" name="Google Shape;329;p15"/>
            <p:cNvSpPr/>
            <p:nvPr/>
          </p:nvSpPr>
          <p:spPr>
            <a:xfrm rot="-8100000">
              <a:off x="604380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0" name="Google Shape;330;p15"/>
            <p:cNvSpPr/>
            <p:nvPr/>
          </p:nvSpPr>
          <p:spPr>
            <a:xfrm rot="-8100000">
              <a:off x="6152200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331;p15"/>
            <p:cNvSpPr/>
            <p:nvPr/>
          </p:nvSpPr>
          <p:spPr>
            <a:xfrm rot="-8100000">
              <a:off x="6152201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332;p15"/>
            <p:cNvSpPr/>
            <p:nvPr/>
          </p:nvSpPr>
          <p:spPr>
            <a:xfrm rot="-8100000">
              <a:off x="6152203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333;p15"/>
            <p:cNvSpPr/>
            <p:nvPr/>
          </p:nvSpPr>
          <p:spPr>
            <a:xfrm rot="-8100000">
              <a:off x="6152204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4" name="Google Shape;334;p15"/>
            <p:cNvSpPr/>
            <p:nvPr/>
          </p:nvSpPr>
          <p:spPr>
            <a:xfrm rot="-8100000">
              <a:off x="6152205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5" name="Google Shape;335;p15"/>
            <p:cNvSpPr/>
            <p:nvPr/>
          </p:nvSpPr>
          <p:spPr>
            <a:xfrm rot="-8100000">
              <a:off x="6152207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6" name="Google Shape;336;p15"/>
            <p:cNvSpPr/>
            <p:nvPr/>
          </p:nvSpPr>
          <p:spPr>
            <a:xfrm rot="-8100000">
              <a:off x="6152208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7" name="Google Shape;337;p15"/>
            <p:cNvSpPr/>
            <p:nvPr/>
          </p:nvSpPr>
          <p:spPr>
            <a:xfrm rot="-8100000">
              <a:off x="6152209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 rot="-8100000">
              <a:off x="6152210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 rot="-8100000">
              <a:off x="6152212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0" name="Google Shape;340;p15"/>
            <p:cNvSpPr/>
            <p:nvPr/>
          </p:nvSpPr>
          <p:spPr>
            <a:xfrm rot="-8100000">
              <a:off x="6152213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1" name="Google Shape;341;p15"/>
            <p:cNvSpPr/>
            <p:nvPr/>
          </p:nvSpPr>
          <p:spPr>
            <a:xfrm rot="-8100000">
              <a:off x="6260608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2" name="Google Shape;342;p15"/>
            <p:cNvSpPr/>
            <p:nvPr/>
          </p:nvSpPr>
          <p:spPr>
            <a:xfrm rot="-8100000">
              <a:off x="626060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3" name="Google Shape;343;p15"/>
            <p:cNvSpPr/>
            <p:nvPr/>
          </p:nvSpPr>
          <p:spPr>
            <a:xfrm rot="-8100000">
              <a:off x="626061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 rot="-8100000">
              <a:off x="6260612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 rot="-8100000">
              <a:off x="626061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6" name="Google Shape;346;p15"/>
            <p:cNvSpPr/>
            <p:nvPr/>
          </p:nvSpPr>
          <p:spPr>
            <a:xfrm rot="-8100000">
              <a:off x="626061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7" name="Google Shape;347;p15"/>
            <p:cNvSpPr/>
            <p:nvPr/>
          </p:nvSpPr>
          <p:spPr>
            <a:xfrm rot="-8100000">
              <a:off x="6260616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8" name="Google Shape;348;p15"/>
            <p:cNvSpPr/>
            <p:nvPr/>
          </p:nvSpPr>
          <p:spPr>
            <a:xfrm rot="-8100000">
              <a:off x="6260617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9" name="Google Shape;349;p15"/>
            <p:cNvSpPr/>
            <p:nvPr/>
          </p:nvSpPr>
          <p:spPr>
            <a:xfrm rot="-8100000">
              <a:off x="626061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0" name="Google Shape;350;p15"/>
            <p:cNvSpPr/>
            <p:nvPr/>
          </p:nvSpPr>
          <p:spPr>
            <a:xfrm rot="-8100000">
              <a:off x="626061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1" name="Google Shape;351;p15"/>
            <p:cNvSpPr/>
            <p:nvPr/>
          </p:nvSpPr>
          <p:spPr>
            <a:xfrm rot="-8100000">
              <a:off x="6260621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2" name="Google Shape;352;p15"/>
            <p:cNvSpPr/>
            <p:nvPr/>
          </p:nvSpPr>
          <p:spPr>
            <a:xfrm rot="-8100000">
              <a:off x="6369016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3" name="Google Shape;353;p15"/>
            <p:cNvSpPr/>
            <p:nvPr/>
          </p:nvSpPr>
          <p:spPr>
            <a:xfrm rot="-8100000">
              <a:off x="6369017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4" name="Google Shape;354;p15"/>
            <p:cNvSpPr/>
            <p:nvPr/>
          </p:nvSpPr>
          <p:spPr>
            <a:xfrm rot="-8100000">
              <a:off x="6369018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5" name="Google Shape;355;p15"/>
            <p:cNvSpPr/>
            <p:nvPr/>
          </p:nvSpPr>
          <p:spPr>
            <a:xfrm rot="-8100000">
              <a:off x="6369020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6" name="Google Shape;356;p15"/>
            <p:cNvSpPr/>
            <p:nvPr/>
          </p:nvSpPr>
          <p:spPr>
            <a:xfrm rot="-8100000">
              <a:off x="6369021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-8100000">
              <a:off x="6369022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8" name="Google Shape;358;p15"/>
            <p:cNvSpPr/>
            <p:nvPr/>
          </p:nvSpPr>
          <p:spPr>
            <a:xfrm rot="-8100000">
              <a:off x="6369023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9" name="Google Shape;359;p15"/>
            <p:cNvSpPr/>
            <p:nvPr/>
          </p:nvSpPr>
          <p:spPr>
            <a:xfrm rot="-8100000">
              <a:off x="6369025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0" name="Google Shape;360;p15"/>
            <p:cNvSpPr/>
            <p:nvPr/>
          </p:nvSpPr>
          <p:spPr>
            <a:xfrm rot="-8100000">
              <a:off x="6369026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1" name="Google Shape;361;p15"/>
            <p:cNvSpPr/>
            <p:nvPr/>
          </p:nvSpPr>
          <p:spPr>
            <a:xfrm rot="-8100000">
              <a:off x="6369027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2" name="Google Shape;362;p15"/>
            <p:cNvSpPr/>
            <p:nvPr/>
          </p:nvSpPr>
          <p:spPr>
            <a:xfrm rot="-8100000">
              <a:off x="6369029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363" name="Google Shape;363;p15"/>
          <p:cNvGrpSpPr/>
          <p:nvPr/>
        </p:nvGrpSpPr>
        <p:grpSpPr>
          <a:xfrm rot="10800000">
            <a:off x="4448235" y="5575278"/>
            <a:ext cx="263829" cy="470751"/>
            <a:chOff x="5606046" y="5388175"/>
            <a:chExt cx="807084" cy="1440082"/>
          </a:xfrm>
        </p:grpSpPr>
        <p:sp>
          <p:nvSpPr>
            <p:cNvPr id="364" name="Google Shape;364;p15"/>
            <p:cNvSpPr/>
            <p:nvPr/>
          </p:nvSpPr>
          <p:spPr>
            <a:xfrm rot="-8100000">
              <a:off x="561361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5" name="Google Shape;365;p15"/>
            <p:cNvSpPr/>
            <p:nvPr/>
          </p:nvSpPr>
          <p:spPr>
            <a:xfrm rot="-8100000">
              <a:off x="5720869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6" name="Google Shape;366;p15"/>
            <p:cNvSpPr/>
            <p:nvPr/>
          </p:nvSpPr>
          <p:spPr>
            <a:xfrm rot="-8100000">
              <a:off x="5828127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 rot="-8100000">
              <a:off x="5935384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8" name="Google Shape;368;p15"/>
            <p:cNvSpPr/>
            <p:nvPr/>
          </p:nvSpPr>
          <p:spPr>
            <a:xfrm rot="-8100000">
              <a:off x="5613613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69" name="Google Shape;369;p15"/>
            <p:cNvSpPr/>
            <p:nvPr/>
          </p:nvSpPr>
          <p:spPr>
            <a:xfrm rot="-8100000">
              <a:off x="5720870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0" name="Google Shape;370;p15"/>
            <p:cNvSpPr/>
            <p:nvPr/>
          </p:nvSpPr>
          <p:spPr>
            <a:xfrm rot="-8100000">
              <a:off x="582812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1" name="Google Shape;371;p15"/>
            <p:cNvSpPr/>
            <p:nvPr/>
          </p:nvSpPr>
          <p:spPr>
            <a:xfrm rot="-8100000">
              <a:off x="5935386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2" name="Google Shape;372;p15"/>
            <p:cNvSpPr/>
            <p:nvPr/>
          </p:nvSpPr>
          <p:spPr>
            <a:xfrm rot="-8100000">
              <a:off x="561361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3" name="Google Shape;373;p15"/>
            <p:cNvSpPr/>
            <p:nvPr/>
          </p:nvSpPr>
          <p:spPr>
            <a:xfrm rot="-8100000">
              <a:off x="5720872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4" name="Google Shape;374;p15"/>
            <p:cNvSpPr/>
            <p:nvPr/>
          </p:nvSpPr>
          <p:spPr>
            <a:xfrm rot="-8100000">
              <a:off x="582813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5" name="Google Shape;375;p15"/>
            <p:cNvSpPr/>
            <p:nvPr/>
          </p:nvSpPr>
          <p:spPr>
            <a:xfrm rot="-8100000">
              <a:off x="5935387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6" name="Google Shape;376;p15"/>
            <p:cNvSpPr/>
            <p:nvPr/>
          </p:nvSpPr>
          <p:spPr>
            <a:xfrm rot="-8100000">
              <a:off x="561361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7" name="Google Shape;377;p15"/>
            <p:cNvSpPr/>
            <p:nvPr/>
          </p:nvSpPr>
          <p:spPr>
            <a:xfrm rot="-8100000">
              <a:off x="5720873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8" name="Google Shape;378;p15"/>
            <p:cNvSpPr/>
            <p:nvPr/>
          </p:nvSpPr>
          <p:spPr>
            <a:xfrm rot="-8100000">
              <a:off x="5828131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9" name="Google Shape;379;p15"/>
            <p:cNvSpPr/>
            <p:nvPr/>
          </p:nvSpPr>
          <p:spPr>
            <a:xfrm rot="-8100000">
              <a:off x="5935388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0" name="Google Shape;380;p15"/>
            <p:cNvSpPr/>
            <p:nvPr/>
          </p:nvSpPr>
          <p:spPr>
            <a:xfrm rot="-8100000">
              <a:off x="561361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 rot="-8100000">
              <a:off x="5720874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 rot="-8100000">
              <a:off x="582813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3" name="Google Shape;383;p15"/>
            <p:cNvSpPr/>
            <p:nvPr/>
          </p:nvSpPr>
          <p:spPr>
            <a:xfrm rot="-8100000">
              <a:off x="5935390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 rot="-8100000">
              <a:off x="561361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5" name="Google Shape;385;p15"/>
            <p:cNvSpPr/>
            <p:nvPr/>
          </p:nvSpPr>
          <p:spPr>
            <a:xfrm rot="-8100000">
              <a:off x="5720876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6" name="Google Shape;386;p15"/>
            <p:cNvSpPr/>
            <p:nvPr/>
          </p:nvSpPr>
          <p:spPr>
            <a:xfrm rot="-8100000">
              <a:off x="582813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7" name="Google Shape;387;p15"/>
            <p:cNvSpPr/>
            <p:nvPr/>
          </p:nvSpPr>
          <p:spPr>
            <a:xfrm rot="-8100000">
              <a:off x="5935391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8" name="Google Shape;388;p15"/>
            <p:cNvSpPr/>
            <p:nvPr/>
          </p:nvSpPr>
          <p:spPr>
            <a:xfrm rot="-8100000">
              <a:off x="561362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 rot="-8100000">
              <a:off x="5720877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0" name="Google Shape;390;p15"/>
            <p:cNvSpPr/>
            <p:nvPr/>
          </p:nvSpPr>
          <p:spPr>
            <a:xfrm rot="-8100000">
              <a:off x="5828135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 rot="-8100000">
              <a:off x="5935392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8100000">
              <a:off x="561362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8100000">
              <a:off x="5720878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8100000">
              <a:off x="5828136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5" name="Google Shape;395;p15"/>
            <p:cNvSpPr/>
            <p:nvPr/>
          </p:nvSpPr>
          <p:spPr>
            <a:xfrm rot="-8100000">
              <a:off x="5935393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6" name="Google Shape;396;p15"/>
            <p:cNvSpPr/>
            <p:nvPr/>
          </p:nvSpPr>
          <p:spPr>
            <a:xfrm rot="-8100000">
              <a:off x="5613622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8100000">
              <a:off x="5720879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8100000">
              <a:off x="582813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8100000">
              <a:off x="5935395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0" name="Google Shape;400;p15"/>
            <p:cNvSpPr/>
            <p:nvPr/>
          </p:nvSpPr>
          <p:spPr>
            <a:xfrm rot="-8100000">
              <a:off x="561362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1" name="Google Shape;401;p15"/>
            <p:cNvSpPr/>
            <p:nvPr/>
          </p:nvSpPr>
          <p:spPr>
            <a:xfrm rot="-8100000">
              <a:off x="5720881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2" name="Google Shape;402;p15"/>
            <p:cNvSpPr/>
            <p:nvPr/>
          </p:nvSpPr>
          <p:spPr>
            <a:xfrm rot="-8100000">
              <a:off x="582813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3" name="Google Shape;403;p15"/>
            <p:cNvSpPr/>
            <p:nvPr/>
          </p:nvSpPr>
          <p:spPr>
            <a:xfrm rot="-8100000">
              <a:off x="5935396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4" name="Google Shape;404;p15"/>
            <p:cNvSpPr/>
            <p:nvPr/>
          </p:nvSpPr>
          <p:spPr>
            <a:xfrm rot="-8100000">
              <a:off x="561362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5" name="Google Shape;405;p15"/>
            <p:cNvSpPr/>
            <p:nvPr/>
          </p:nvSpPr>
          <p:spPr>
            <a:xfrm rot="-8100000">
              <a:off x="5720882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8100000">
              <a:off x="5828140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8100000">
              <a:off x="5935397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8100000">
              <a:off x="604379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09" name="Google Shape;409;p15"/>
            <p:cNvSpPr/>
            <p:nvPr/>
          </p:nvSpPr>
          <p:spPr>
            <a:xfrm rot="-8100000">
              <a:off x="6043794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0" name="Google Shape;410;p15"/>
            <p:cNvSpPr/>
            <p:nvPr/>
          </p:nvSpPr>
          <p:spPr>
            <a:xfrm rot="-8100000">
              <a:off x="604379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 rot="-8100000">
              <a:off x="604379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2" name="Google Shape;412;p15"/>
            <p:cNvSpPr/>
            <p:nvPr/>
          </p:nvSpPr>
          <p:spPr>
            <a:xfrm rot="-8100000">
              <a:off x="604379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3" name="Google Shape;413;p15"/>
            <p:cNvSpPr/>
            <p:nvPr/>
          </p:nvSpPr>
          <p:spPr>
            <a:xfrm rot="-8100000">
              <a:off x="604379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 rot="-8100000">
              <a:off x="604380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 rot="-8100000">
              <a:off x="604380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 rot="-8100000">
              <a:off x="6043803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 rot="-8100000">
              <a:off x="604380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 rot="-8100000">
              <a:off x="604380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 rot="-8100000">
              <a:off x="6152200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 rot="-8100000">
              <a:off x="6152201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 rot="-8100000">
              <a:off x="6152203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 rot="-8100000">
              <a:off x="6152204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 rot="-8100000">
              <a:off x="6152205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 rot="-8100000">
              <a:off x="6152207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 rot="-8100000">
              <a:off x="6152208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 rot="-8100000">
              <a:off x="6152209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 rot="-8100000">
              <a:off x="6152210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 rot="-8100000">
              <a:off x="6152212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 rot="-8100000">
              <a:off x="6152213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 rot="-8100000">
              <a:off x="6260608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1" name="Google Shape;431;p15"/>
            <p:cNvSpPr/>
            <p:nvPr/>
          </p:nvSpPr>
          <p:spPr>
            <a:xfrm rot="-8100000">
              <a:off x="626060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2" name="Google Shape;432;p15"/>
            <p:cNvSpPr/>
            <p:nvPr/>
          </p:nvSpPr>
          <p:spPr>
            <a:xfrm rot="-8100000">
              <a:off x="626061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3" name="Google Shape;433;p15"/>
            <p:cNvSpPr/>
            <p:nvPr/>
          </p:nvSpPr>
          <p:spPr>
            <a:xfrm rot="-8100000">
              <a:off x="6260612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4" name="Google Shape;434;p15"/>
            <p:cNvSpPr/>
            <p:nvPr/>
          </p:nvSpPr>
          <p:spPr>
            <a:xfrm rot="-8100000">
              <a:off x="626061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5" name="Google Shape;435;p15"/>
            <p:cNvSpPr/>
            <p:nvPr/>
          </p:nvSpPr>
          <p:spPr>
            <a:xfrm rot="-8100000">
              <a:off x="626061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6" name="Google Shape;436;p15"/>
            <p:cNvSpPr/>
            <p:nvPr/>
          </p:nvSpPr>
          <p:spPr>
            <a:xfrm rot="-8100000">
              <a:off x="6260616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7" name="Google Shape;437;p15"/>
            <p:cNvSpPr/>
            <p:nvPr/>
          </p:nvSpPr>
          <p:spPr>
            <a:xfrm rot="-8100000">
              <a:off x="6260617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8" name="Google Shape;438;p15"/>
            <p:cNvSpPr/>
            <p:nvPr/>
          </p:nvSpPr>
          <p:spPr>
            <a:xfrm rot="-8100000">
              <a:off x="626061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 rot="-8100000">
              <a:off x="626061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0" name="Google Shape;440;p15"/>
            <p:cNvSpPr/>
            <p:nvPr/>
          </p:nvSpPr>
          <p:spPr>
            <a:xfrm rot="-8100000">
              <a:off x="6260621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1" name="Google Shape;441;p15"/>
            <p:cNvSpPr/>
            <p:nvPr/>
          </p:nvSpPr>
          <p:spPr>
            <a:xfrm rot="-8100000">
              <a:off x="6369016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2" name="Google Shape;442;p15"/>
            <p:cNvSpPr/>
            <p:nvPr/>
          </p:nvSpPr>
          <p:spPr>
            <a:xfrm rot="-8100000">
              <a:off x="6369017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3" name="Google Shape;443;p15"/>
            <p:cNvSpPr/>
            <p:nvPr/>
          </p:nvSpPr>
          <p:spPr>
            <a:xfrm rot="-8100000">
              <a:off x="6369018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4" name="Google Shape;444;p15"/>
            <p:cNvSpPr/>
            <p:nvPr/>
          </p:nvSpPr>
          <p:spPr>
            <a:xfrm rot="-8100000">
              <a:off x="6369020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5" name="Google Shape;445;p15"/>
            <p:cNvSpPr/>
            <p:nvPr/>
          </p:nvSpPr>
          <p:spPr>
            <a:xfrm rot="-8100000">
              <a:off x="6369021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 rot="-8100000">
              <a:off x="6369022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7" name="Google Shape;447;p15"/>
            <p:cNvSpPr/>
            <p:nvPr/>
          </p:nvSpPr>
          <p:spPr>
            <a:xfrm rot="-8100000">
              <a:off x="6369023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8" name="Google Shape;448;p15"/>
            <p:cNvSpPr/>
            <p:nvPr/>
          </p:nvSpPr>
          <p:spPr>
            <a:xfrm rot="-8100000">
              <a:off x="6369025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49" name="Google Shape;449;p15"/>
            <p:cNvSpPr/>
            <p:nvPr/>
          </p:nvSpPr>
          <p:spPr>
            <a:xfrm rot="-8100000">
              <a:off x="6369026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0" name="Google Shape;450;p15"/>
            <p:cNvSpPr/>
            <p:nvPr/>
          </p:nvSpPr>
          <p:spPr>
            <a:xfrm rot="-8100000">
              <a:off x="6369027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1" name="Google Shape;451;p15"/>
            <p:cNvSpPr/>
            <p:nvPr/>
          </p:nvSpPr>
          <p:spPr>
            <a:xfrm rot="-8100000">
              <a:off x="6369029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452" name="Google Shape;452;p15"/>
          <p:cNvGrpSpPr/>
          <p:nvPr/>
        </p:nvGrpSpPr>
        <p:grpSpPr>
          <a:xfrm rot="10800000">
            <a:off x="7987057" y="5575278"/>
            <a:ext cx="263829" cy="470751"/>
            <a:chOff x="5606046" y="5388175"/>
            <a:chExt cx="807084" cy="1440082"/>
          </a:xfrm>
        </p:grpSpPr>
        <p:sp>
          <p:nvSpPr>
            <p:cNvPr id="453" name="Google Shape;453;p15"/>
            <p:cNvSpPr/>
            <p:nvPr/>
          </p:nvSpPr>
          <p:spPr>
            <a:xfrm rot="-8100000">
              <a:off x="561361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4" name="Google Shape;454;p15"/>
            <p:cNvSpPr/>
            <p:nvPr/>
          </p:nvSpPr>
          <p:spPr>
            <a:xfrm rot="-8100000">
              <a:off x="5720869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5" name="Google Shape;455;p15"/>
            <p:cNvSpPr/>
            <p:nvPr/>
          </p:nvSpPr>
          <p:spPr>
            <a:xfrm rot="-8100000">
              <a:off x="5828127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6" name="Google Shape;456;p15"/>
            <p:cNvSpPr/>
            <p:nvPr/>
          </p:nvSpPr>
          <p:spPr>
            <a:xfrm rot="-8100000">
              <a:off x="5935384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7" name="Google Shape;457;p15"/>
            <p:cNvSpPr/>
            <p:nvPr/>
          </p:nvSpPr>
          <p:spPr>
            <a:xfrm rot="-8100000">
              <a:off x="5613613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8" name="Google Shape;458;p15"/>
            <p:cNvSpPr/>
            <p:nvPr/>
          </p:nvSpPr>
          <p:spPr>
            <a:xfrm rot="-8100000">
              <a:off x="5720870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59" name="Google Shape;459;p15"/>
            <p:cNvSpPr/>
            <p:nvPr/>
          </p:nvSpPr>
          <p:spPr>
            <a:xfrm rot="-8100000">
              <a:off x="582812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0" name="Google Shape;460;p15"/>
            <p:cNvSpPr/>
            <p:nvPr/>
          </p:nvSpPr>
          <p:spPr>
            <a:xfrm rot="-8100000">
              <a:off x="5935386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1" name="Google Shape;461;p15"/>
            <p:cNvSpPr/>
            <p:nvPr/>
          </p:nvSpPr>
          <p:spPr>
            <a:xfrm rot="-8100000">
              <a:off x="561361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2" name="Google Shape;462;p15"/>
            <p:cNvSpPr/>
            <p:nvPr/>
          </p:nvSpPr>
          <p:spPr>
            <a:xfrm rot="-8100000">
              <a:off x="5720872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3" name="Google Shape;463;p15"/>
            <p:cNvSpPr/>
            <p:nvPr/>
          </p:nvSpPr>
          <p:spPr>
            <a:xfrm rot="-8100000">
              <a:off x="582813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4" name="Google Shape;464;p15"/>
            <p:cNvSpPr/>
            <p:nvPr/>
          </p:nvSpPr>
          <p:spPr>
            <a:xfrm rot="-8100000">
              <a:off x="5935387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5" name="Google Shape;465;p15"/>
            <p:cNvSpPr/>
            <p:nvPr/>
          </p:nvSpPr>
          <p:spPr>
            <a:xfrm rot="-8100000">
              <a:off x="561361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6" name="Google Shape;466;p15"/>
            <p:cNvSpPr/>
            <p:nvPr/>
          </p:nvSpPr>
          <p:spPr>
            <a:xfrm rot="-8100000">
              <a:off x="5720873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7" name="Google Shape;467;p15"/>
            <p:cNvSpPr/>
            <p:nvPr/>
          </p:nvSpPr>
          <p:spPr>
            <a:xfrm rot="-8100000">
              <a:off x="5828131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8" name="Google Shape;468;p15"/>
            <p:cNvSpPr/>
            <p:nvPr/>
          </p:nvSpPr>
          <p:spPr>
            <a:xfrm rot="-8100000">
              <a:off x="5935388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69" name="Google Shape;469;p15"/>
            <p:cNvSpPr/>
            <p:nvPr/>
          </p:nvSpPr>
          <p:spPr>
            <a:xfrm rot="-8100000">
              <a:off x="561361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 rot="-8100000">
              <a:off x="5720874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 rot="-8100000">
              <a:off x="582813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 rot="-8100000">
              <a:off x="5935390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 rot="-8100000">
              <a:off x="561361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 rot="-8100000">
              <a:off x="5720876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 rot="-8100000">
              <a:off x="582813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 rot="-8100000">
              <a:off x="5935391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 rot="-8100000">
              <a:off x="561362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 rot="-8100000">
              <a:off x="5720877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 rot="-8100000">
              <a:off x="5828135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 rot="-8100000">
              <a:off x="5935392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 rot="-8100000">
              <a:off x="561362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 rot="-8100000">
              <a:off x="5720878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 rot="-8100000">
              <a:off x="5828136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 rot="-8100000">
              <a:off x="5935393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 rot="-8100000">
              <a:off x="5613622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 rot="-8100000">
              <a:off x="5720879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 rot="-8100000">
              <a:off x="582813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8" name="Google Shape;488;p15"/>
            <p:cNvSpPr/>
            <p:nvPr/>
          </p:nvSpPr>
          <p:spPr>
            <a:xfrm rot="-8100000">
              <a:off x="5935395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89" name="Google Shape;489;p15"/>
            <p:cNvSpPr/>
            <p:nvPr/>
          </p:nvSpPr>
          <p:spPr>
            <a:xfrm rot="-8100000">
              <a:off x="561362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0" name="Google Shape;490;p15"/>
            <p:cNvSpPr/>
            <p:nvPr/>
          </p:nvSpPr>
          <p:spPr>
            <a:xfrm rot="-8100000">
              <a:off x="5720881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1" name="Google Shape;491;p15"/>
            <p:cNvSpPr/>
            <p:nvPr/>
          </p:nvSpPr>
          <p:spPr>
            <a:xfrm rot="-8100000">
              <a:off x="582813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2" name="Google Shape;492;p15"/>
            <p:cNvSpPr/>
            <p:nvPr/>
          </p:nvSpPr>
          <p:spPr>
            <a:xfrm rot="-8100000">
              <a:off x="5935396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3" name="Google Shape;493;p15"/>
            <p:cNvSpPr/>
            <p:nvPr/>
          </p:nvSpPr>
          <p:spPr>
            <a:xfrm rot="-8100000">
              <a:off x="561362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4" name="Google Shape;494;p15"/>
            <p:cNvSpPr/>
            <p:nvPr/>
          </p:nvSpPr>
          <p:spPr>
            <a:xfrm rot="-8100000">
              <a:off x="5720882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 rot="-8100000">
              <a:off x="5828140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 rot="-8100000">
              <a:off x="5935397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 rot="-8100000">
              <a:off x="6043792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 rot="-8100000">
              <a:off x="6043794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 rot="-8100000">
              <a:off x="6043795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0" name="Google Shape;500;p15"/>
            <p:cNvSpPr/>
            <p:nvPr/>
          </p:nvSpPr>
          <p:spPr>
            <a:xfrm rot="-8100000">
              <a:off x="6043796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1" name="Google Shape;501;p15"/>
            <p:cNvSpPr/>
            <p:nvPr/>
          </p:nvSpPr>
          <p:spPr>
            <a:xfrm rot="-8100000">
              <a:off x="6043797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2" name="Google Shape;502;p15"/>
            <p:cNvSpPr/>
            <p:nvPr/>
          </p:nvSpPr>
          <p:spPr>
            <a:xfrm rot="-8100000">
              <a:off x="6043799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3" name="Google Shape;503;p15"/>
            <p:cNvSpPr/>
            <p:nvPr/>
          </p:nvSpPr>
          <p:spPr>
            <a:xfrm rot="-8100000">
              <a:off x="6043800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4" name="Google Shape;504;p15"/>
            <p:cNvSpPr/>
            <p:nvPr/>
          </p:nvSpPr>
          <p:spPr>
            <a:xfrm rot="-8100000">
              <a:off x="6043801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5" name="Google Shape;505;p15"/>
            <p:cNvSpPr/>
            <p:nvPr/>
          </p:nvSpPr>
          <p:spPr>
            <a:xfrm rot="-8100000">
              <a:off x="6043803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6" name="Google Shape;506;p15"/>
            <p:cNvSpPr/>
            <p:nvPr/>
          </p:nvSpPr>
          <p:spPr>
            <a:xfrm rot="-8100000">
              <a:off x="6043804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7" name="Google Shape;507;p15"/>
            <p:cNvSpPr/>
            <p:nvPr/>
          </p:nvSpPr>
          <p:spPr>
            <a:xfrm rot="-8100000">
              <a:off x="6043805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8" name="Google Shape;508;p15"/>
            <p:cNvSpPr/>
            <p:nvPr/>
          </p:nvSpPr>
          <p:spPr>
            <a:xfrm rot="-8100000">
              <a:off x="6152200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09" name="Google Shape;509;p15"/>
            <p:cNvSpPr/>
            <p:nvPr/>
          </p:nvSpPr>
          <p:spPr>
            <a:xfrm rot="-8100000">
              <a:off x="6152201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0" name="Google Shape;510;p15"/>
            <p:cNvSpPr/>
            <p:nvPr/>
          </p:nvSpPr>
          <p:spPr>
            <a:xfrm rot="-8100000">
              <a:off x="6152203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1" name="Google Shape;511;p15"/>
            <p:cNvSpPr/>
            <p:nvPr/>
          </p:nvSpPr>
          <p:spPr>
            <a:xfrm rot="-8100000">
              <a:off x="6152204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2" name="Google Shape;512;p15"/>
            <p:cNvSpPr/>
            <p:nvPr/>
          </p:nvSpPr>
          <p:spPr>
            <a:xfrm rot="-8100000">
              <a:off x="6152205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3" name="Google Shape;513;p15"/>
            <p:cNvSpPr/>
            <p:nvPr/>
          </p:nvSpPr>
          <p:spPr>
            <a:xfrm rot="-8100000">
              <a:off x="6152207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4" name="Google Shape;514;p15"/>
            <p:cNvSpPr/>
            <p:nvPr/>
          </p:nvSpPr>
          <p:spPr>
            <a:xfrm rot="-8100000">
              <a:off x="6152208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5" name="Google Shape;515;p15"/>
            <p:cNvSpPr/>
            <p:nvPr/>
          </p:nvSpPr>
          <p:spPr>
            <a:xfrm rot="-8100000">
              <a:off x="6152209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6" name="Google Shape;516;p15"/>
            <p:cNvSpPr/>
            <p:nvPr/>
          </p:nvSpPr>
          <p:spPr>
            <a:xfrm rot="-8100000">
              <a:off x="6152210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7" name="Google Shape;517;p15"/>
            <p:cNvSpPr/>
            <p:nvPr/>
          </p:nvSpPr>
          <p:spPr>
            <a:xfrm rot="-8100000">
              <a:off x="6152212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8" name="Google Shape;518;p15"/>
            <p:cNvSpPr/>
            <p:nvPr/>
          </p:nvSpPr>
          <p:spPr>
            <a:xfrm rot="-8100000">
              <a:off x="6152213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19" name="Google Shape;519;p15"/>
            <p:cNvSpPr/>
            <p:nvPr/>
          </p:nvSpPr>
          <p:spPr>
            <a:xfrm rot="-8100000">
              <a:off x="6260608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0" name="Google Shape;520;p15"/>
            <p:cNvSpPr/>
            <p:nvPr/>
          </p:nvSpPr>
          <p:spPr>
            <a:xfrm rot="-8100000">
              <a:off x="6260609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1" name="Google Shape;521;p15"/>
            <p:cNvSpPr/>
            <p:nvPr/>
          </p:nvSpPr>
          <p:spPr>
            <a:xfrm rot="-8100000">
              <a:off x="6260610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2" name="Google Shape;522;p15"/>
            <p:cNvSpPr/>
            <p:nvPr/>
          </p:nvSpPr>
          <p:spPr>
            <a:xfrm rot="-8100000">
              <a:off x="6260612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3" name="Google Shape;523;p15"/>
            <p:cNvSpPr/>
            <p:nvPr/>
          </p:nvSpPr>
          <p:spPr>
            <a:xfrm rot="-8100000">
              <a:off x="6260613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4" name="Google Shape;524;p15"/>
            <p:cNvSpPr/>
            <p:nvPr/>
          </p:nvSpPr>
          <p:spPr>
            <a:xfrm rot="-8100000">
              <a:off x="6260614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5" name="Google Shape;525;p15"/>
            <p:cNvSpPr/>
            <p:nvPr/>
          </p:nvSpPr>
          <p:spPr>
            <a:xfrm rot="-8100000">
              <a:off x="6260616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6" name="Google Shape;526;p15"/>
            <p:cNvSpPr/>
            <p:nvPr/>
          </p:nvSpPr>
          <p:spPr>
            <a:xfrm rot="-8100000">
              <a:off x="6260617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7" name="Google Shape;527;p15"/>
            <p:cNvSpPr/>
            <p:nvPr/>
          </p:nvSpPr>
          <p:spPr>
            <a:xfrm rot="-8100000">
              <a:off x="6260618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8" name="Google Shape;528;p15"/>
            <p:cNvSpPr/>
            <p:nvPr/>
          </p:nvSpPr>
          <p:spPr>
            <a:xfrm rot="-8100000">
              <a:off x="6260619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29" name="Google Shape;529;p15"/>
            <p:cNvSpPr/>
            <p:nvPr/>
          </p:nvSpPr>
          <p:spPr>
            <a:xfrm rot="-8100000">
              <a:off x="6260621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0" name="Google Shape;530;p15"/>
            <p:cNvSpPr/>
            <p:nvPr/>
          </p:nvSpPr>
          <p:spPr>
            <a:xfrm rot="-8100000">
              <a:off x="6369016" y="6784156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1" name="Google Shape;531;p15"/>
            <p:cNvSpPr/>
            <p:nvPr/>
          </p:nvSpPr>
          <p:spPr>
            <a:xfrm rot="-8100000">
              <a:off x="6369017" y="664531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2" name="Google Shape;532;p15"/>
            <p:cNvSpPr/>
            <p:nvPr/>
          </p:nvSpPr>
          <p:spPr>
            <a:xfrm rot="-8100000">
              <a:off x="6369018" y="6506473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3" name="Google Shape;533;p15"/>
            <p:cNvSpPr/>
            <p:nvPr/>
          </p:nvSpPr>
          <p:spPr>
            <a:xfrm rot="-8100000">
              <a:off x="6369020" y="636763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4" name="Google Shape;534;p15"/>
            <p:cNvSpPr/>
            <p:nvPr/>
          </p:nvSpPr>
          <p:spPr>
            <a:xfrm rot="-8100000">
              <a:off x="6369021" y="6228790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5" name="Google Shape;535;p15"/>
            <p:cNvSpPr/>
            <p:nvPr/>
          </p:nvSpPr>
          <p:spPr>
            <a:xfrm rot="-8100000">
              <a:off x="6369022" y="6089948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6" name="Google Shape;536;p15"/>
            <p:cNvSpPr/>
            <p:nvPr/>
          </p:nvSpPr>
          <p:spPr>
            <a:xfrm rot="-8100000">
              <a:off x="6369023" y="5951107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7" name="Google Shape;537;p15"/>
            <p:cNvSpPr/>
            <p:nvPr/>
          </p:nvSpPr>
          <p:spPr>
            <a:xfrm rot="-8100000">
              <a:off x="6369025" y="5812265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8" name="Google Shape;538;p15"/>
            <p:cNvSpPr/>
            <p:nvPr/>
          </p:nvSpPr>
          <p:spPr>
            <a:xfrm rot="-8100000">
              <a:off x="6369026" y="5673424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39" name="Google Shape;539;p15"/>
            <p:cNvSpPr/>
            <p:nvPr/>
          </p:nvSpPr>
          <p:spPr>
            <a:xfrm rot="-8100000">
              <a:off x="6369027" y="5534582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540" name="Google Shape;540;p15"/>
            <p:cNvSpPr/>
            <p:nvPr/>
          </p:nvSpPr>
          <p:spPr>
            <a:xfrm rot="-8100000">
              <a:off x="6369029" y="5395741"/>
              <a:ext cx="36534" cy="36534"/>
            </a:xfrm>
            <a:prstGeom prst="rect">
              <a:avLst/>
            </a:prstGeom>
            <a:solidFill>
              <a:srgbClr val="C3D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pic>
        <p:nvPicPr>
          <p:cNvPr id="541" name="Google Shape;541;p15"/>
          <p:cNvPicPr preferRelativeResize="0"/>
          <p:nvPr/>
        </p:nvPicPr>
        <p:blipFill rotWithShape="1">
          <a:blip r:embed="rId2">
            <a:alphaModFix/>
          </a:blip>
          <a:srcRect b="0" l="0" r="41859" t="0"/>
          <a:stretch/>
        </p:blipFill>
        <p:spPr>
          <a:xfrm rot="-5400000">
            <a:off x="10484447" y="181966"/>
            <a:ext cx="2281816" cy="977628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5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15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15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565150"/>
            <a:ext cx="10515600" cy="64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3D200"/>
              </a:buClr>
              <a:buSzPts val="2800"/>
              <a:buFont typeface="Barlow"/>
              <a:buNone/>
              <a:defRPr b="0" i="0" sz="2800" u="none" cap="none" strike="noStrike">
                <a:solidFill>
                  <a:srgbClr val="C3D2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51447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Barlow"/>
              <a:buChar char=" 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Barlow"/>
              <a:buChar char=" 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200"/>
              <a:buFont typeface="Arial"/>
              <a:buChar char="•"/>
              <a:defRPr b="1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718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736"/>
              </a:buClr>
              <a:buSzPts val="1080"/>
              <a:buFont typeface="Courier New"/>
              <a:buChar char="o"/>
              <a:defRPr b="0" i="0" sz="1200" u="none" cap="none" strike="noStrike">
                <a:solidFill>
                  <a:srgbClr val="002736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2" name="Google Shape;12;p9"/>
          <p:cNvSpPr/>
          <p:nvPr/>
        </p:nvSpPr>
        <p:spPr>
          <a:xfrm>
            <a:off x="0" y="6419850"/>
            <a:ext cx="12192000" cy="438150"/>
          </a:xfrm>
          <a:prstGeom prst="rect">
            <a:avLst/>
          </a:prstGeom>
          <a:solidFill>
            <a:srgbClr val="0027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3" name="Google Shape;13;p9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5" name="Google Shape;15;p9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" name="Google Shape;16;p9"/>
          <p:cNvSpPr txBox="1"/>
          <p:nvPr>
            <p:ph idx="11" type="ftr"/>
          </p:nvPr>
        </p:nvSpPr>
        <p:spPr>
          <a:xfrm>
            <a:off x="6706429" y="6572249"/>
            <a:ext cx="4114800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C3D3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7" name="Google Shape;17;p9"/>
          <p:cNvSpPr/>
          <p:nvPr/>
        </p:nvSpPr>
        <p:spPr>
          <a:xfrm>
            <a:off x="210969" y="6553200"/>
            <a:ext cx="639028" cy="224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" name="Google Shape;18;p9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9" name="Google Shape;19;p9"/>
          <p:cNvSpPr/>
          <p:nvPr/>
        </p:nvSpPr>
        <p:spPr>
          <a:xfrm>
            <a:off x="0" y="6419850"/>
            <a:ext cx="12192000" cy="438150"/>
          </a:xfrm>
          <a:prstGeom prst="rect">
            <a:avLst/>
          </a:prstGeom>
          <a:solidFill>
            <a:srgbClr val="0027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0" name="Google Shape;20;p9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1" name="Google Shape;21;p9"/>
          <p:cNvSpPr/>
          <p:nvPr/>
        </p:nvSpPr>
        <p:spPr>
          <a:xfrm>
            <a:off x="210969" y="6553200"/>
            <a:ext cx="639028" cy="224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9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3" name="Google Shape;23;p9"/>
          <p:cNvSpPr/>
          <p:nvPr/>
        </p:nvSpPr>
        <p:spPr>
          <a:xfrm>
            <a:off x="0" y="6419850"/>
            <a:ext cx="12192000" cy="438150"/>
          </a:xfrm>
          <a:prstGeom prst="rect">
            <a:avLst/>
          </a:prstGeom>
          <a:solidFill>
            <a:srgbClr val="0027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4" name="Google Shape;24;p9"/>
          <p:cNvCxnSpPr/>
          <p:nvPr/>
        </p:nvCxnSpPr>
        <p:spPr>
          <a:xfrm>
            <a:off x="11613450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5" name="Google Shape;25;p9"/>
          <p:cNvSpPr/>
          <p:nvPr/>
        </p:nvSpPr>
        <p:spPr>
          <a:xfrm>
            <a:off x="210969" y="6553200"/>
            <a:ext cx="639028" cy="224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" name="Google Shape;26;p9"/>
          <p:cNvCxnSpPr/>
          <p:nvPr/>
        </p:nvCxnSpPr>
        <p:spPr>
          <a:xfrm>
            <a:off x="10840493" y="6607969"/>
            <a:ext cx="0" cy="102394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3121" y="5119274"/>
            <a:ext cx="2536569" cy="1465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"/>
          <p:cNvSpPr txBox="1"/>
          <p:nvPr>
            <p:ph idx="12" type="sldNum"/>
          </p:nvPr>
        </p:nvSpPr>
        <p:spPr>
          <a:xfrm>
            <a:off x="11625355" y="6568167"/>
            <a:ext cx="439057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55" name="Google Shape;555;p8"/>
          <p:cNvSpPr txBox="1"/>
          <p:nvPr>
            <p:ph idx="10" type="dt"/>
          </p:nvPr>
        </p:nvSpPr>
        <p:spPr>
          <a:xfrm>
            <a:off x="10856120" y="6572249"/>
            <a:ext cx="744992" cy="172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14/09/2026</a:t>
            </a:r>
            <a:endParaRPr/>
          </a:p>
        </p:txBody>
      </p:sp>
      <p:sp>
        <p:nvSpPr>
          <p:cNvPr id="556" name="Google Shape;556;p8"/>
          <p:cNvSpPr txBox="1"/>
          <p:nvPr/>
        </p:nvSpPr>
        <p:spPr>
          <a:xfrm>
            <a:off x="685800" y="300000"/>
            <a:ext cx="108204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841"/>
              </a:buClr>
              <a:buSzPts val="2600"/>
              <a:buFont typeface="Barlow"/>
              <a:buNone/>
            </a:pPr>
            <a:r>
              <a:rPr b="1" i="0" lang="fr-FR" sz="2600" u="none" cap="none" strike="noStrike">
                <a:solidFill>
                  <a:srgbClr val="0E2841"/>
                </a:solidFill>
                <a:latin typeface="Barlow"/>
                <a:ea typeface="Barlow"/>
                <a:cs typeface="Barlow"/>
                <a:sym typeface="Barlow"/>
              </a:rPr>
              <a:t>Conclusion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8"/>
          <p:cNvSpPr/>
          <p:nvPr/>
        </p:nvSpPr>
        <p:spPr>
          <a:xfrm>
            <a:off x="685800" y="985000"/>
            <a:ext cx="1500000" cy="5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8" name="Google Shape;558;p8"/>
          <p:cNvSpPr/>
          <p:nvPr/>
        </p:nvSpPr>
        <p:spPr>
          <a:xfrm>
            <a:off x="685800" y="1635760"/>
            <a:ext cx="5330200" cy="3014240"/>
          </a:xfrm>
          <a:prstGeom prst="roundRect">
            <a:avLst>
              <a:gd fmla="val 6000" name="adj"/>
            </a:avLst>
          </a:prstGeom>
          <a:solidFill>
            <a:srgbClr val="F1F4F6"/>
          </a:solidFill>
          <a:ln>
            <a:noFill/>
          </a:ln>
        </p:spPr>
        <p:txBody>
          <a:bodyPr anchorCtr="0" anchor="t" bIns="68575" lIns="228600" spcFirstLastPara="1" rIns="228600" wrap="square" tIns="685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Pts val="1600"/>
              <a:buFont typeface="Barlow"/>
              <a:buNone/>
            </a:pPr>
            <a:r>
              <a:rPr b="1" i="0" lang="fr-FR" sz="1600" u="none" cap="none" strike="noStrike">
                <a:solidFill>
                  <a:srgbClr val="156082"/>
                </a:solidFill>
                <a:latin typeface="Barlow"/>
                <a:ea typeface="Barlow"/>
                <a:cs typeface="Barlow"/>
                <a:sym typeface="Barlow"/>
              </a:rPr>
              <a:t>Scénario 1 </a:t>
            </a:r>
            <a:endParaRPr b="1" i="0" sz="1600" u="none" cap="none" strike="noStrike">
              <a:solidFill>
                <a:srgbClr val="15608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fr-FR" sz="14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Plus de 95 % d’autoconsommation</a:t>
            </a:r>
            <a:r>
              <a:rPr b="0" i="0" lang="fr-FR" sz="14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grâce à l’intégration d’une solution de stockage.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fr-FR" sz="14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52 % des besoins énergétiques du site couverts</a:t>
            </a:r>
            <a:r>
              <a:rPr b="0" i="0" lang="fr-FR" sz="14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par la production photovoltaïque.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8"/>
          <p:cNvSpPr/>
          <p:nvPr/>
        </p:nvSpPr>
        <p:spPr>
          <a:xfrm>
            <a:off x="6176000" y="1635760"/>
            <a:ext cx="5330200" cy="3014240"/>
          </a:xfrm>
          <a:prstGeom prst="roundRect">
            <a:avLst>
              <a:gd fmla="val 6000" name="adj"/>
            </a:avLst>
          </a:prstGeom>
          <a:solidFill>
            <a:srgbClr val="F1F4F6"/>
          </a:solidFill>
          <a:ln>
            <a:noFill/>
          </a:ln>
        </p:spPr>
        <p:txBody>
          <a:bodyPr anchorCtr="0" anchor="t" bIns="68575" lIns="228600" spcFirstLastPara="1" rIns="228600" wrap="square" tIns="68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Pts val="1600"/>
              <a:buFont typeface="Barlow"/>
              <a:buNone/>
            </a:pPr>
            <a:r>
              <a:rPr b="1" i="0" lang="fr-FR" sz="1600" u="none" cap="none" strike="noStrike">
                <a:solidFill>
                  <a:srgbClr val="156082"/>
                </a:solidFill>
                <a:latin typeface="Barlow"/>
                <a:ea typeface="Barlow"/>
                <a:cs typeface="Barlow"/>
                <a:sym typeface="Barlow"/>
              </a:rPr>
              <a:t>Scénario 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fr-FR" sz="14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90 % d’autoconsommation</a:t>
            </a:r>
            <a:r>
              <a:rPr b="0" i="0" lang="fr-FR" sz="14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de la production photovoltaïque.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fr-FR" sz="14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29 % des besoins énergétiques du site couverts</a:t>
            </a:r>
            <a:r>
              <a:rPr b="0" i="0" lang="fr-FR" sz="14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par la production photovoltaïque.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8"/>
          <p:cNvSpPr/>
          <p:nvPr/>
        </p:nvSpPr>
        <p:spPr>
          <a:xfrm>
            <a:off x="685800" y="4830000"/>
            <a:ext cx="10820400" cy="1080000"/>
          </a:xfrm>
          <a:prstGeom prst="roundRect">
            <a:avLst>
              <a:gd fmla="val 6000" name="adj"/>
            </a:avLst>
          </a:prstGeom>
          <a:solidFill>
            <a:srgbClr val="0E2841"/>
          </a:solidFill>
          <a:ln>
            <a:noFill/>
          </a:ln>
        </p:spPr>
        <p:txBody>
          <a:bodyPr anchorCtr="0" anchor="ctr" bIns="68575" lIns="228600" spcFirstLastPara="1" rIns="228600" wrap="square" tIns="68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None/>
            </a:pPr>
            <a:r>
              <a:rPr b="1" i="0" lang="fr-FR" sz="1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Les deux solutions sont pertinentes au vu des résultats. </a:t>
            </a:r>
            <a:endParaRPr b="0" i="0" sz="1150" u="none" cap="none" strike="noStrike">
              <a:solidFill>
                <a:srgbClr val="D6E2EA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1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2024-10-24T10:32:56Z</dcterms:created>
  <dc:creator>Jean-Gabriel DAVY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0x010100B6563B39C54C074FBBC8C5B9717A6676</vt:lpwstr>
  </property>
  <property fmtid="{D5CDD505-2E9C-101B-9397-08002B2CF9AE}" pid="3" name="MediaServiceImageTags">
    <vt:lpwstr/>
  </property>
</Properties>
</file>